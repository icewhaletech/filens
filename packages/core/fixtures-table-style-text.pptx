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tableStyles.xml><?xml version="1.0" encoding="utf-8"?>
<a:tblStyleLst xmlns:a="http://schemas.openxmlformats.org/drawingml/2006/main" def="{11111111-1111-1111-1111-111111111111}">
  <a:tblStyle styleId="{11111111-1111-1111-1111-111111111111}" styleName="Preview Table Style">
    <a:wholeTbl>
      <a:tcStyle>
        <a:fill>
          <a:solidFill>
            <a:schemeClr val="lt1"/>
          </a:solidFill>
        </a:fill>
        <a:tcBdr>
          <a:top w="12700">
            <a:solidFill>
              <a:schemeClr val="accent1"/>
            </a:solidFill>
          </a:top>
          <a:right w="12700">
            <a:solidFill>
              <a:schemeClr val="accent1"/>
            </a:solidFill>
          </a:right>
          <a:bottom w="12700">
            <a:solidFill>
              <a:schemeClr val="accent1"/>
            </a:solidFill>
          </a:bottom>
          <a:left w="12700">
            <a:solidFill>
              <a:schemeClr val="accent1"/>
            </a:solidFill>
          </a:left>
          <a:insideH w="12700">
            <a:solidFill>
              <a:schemeClr val="accent1"/>
            </a:solidFill>
          </a:insideH>
          <a:insideV w="12700">
            <a:solidFill>
              <a:schemeClr val="accent1"/>
            </a:solidFill>
          </a:insideV>
        </a:tcBdr>
      </a:tcStyle>
      <a:tcTxStyle sz="1600" algn="ctr">
        <a:fontRef idx="minor"/>
        <a:schemeClr val="tx1"/>
      </a:tcTxStyle>
    </a:wholeTbl>
    <a:firstRow>
      <a:tcStyle>
        <a:fill>
          <a:solidFill>
            <a:schemeClr val="accent3"/>
          </a:solidFill>
        </a:fill>
      </a:tcStyle>
      <a:tcTxStyle b="1" sz="2000" algn="ctr">
        <a:fontRef idx="major"/>
        <a:schemeClr val="lt1"/>
      </a:tcTxStyle>
    </a:firstRow>
    <a:band1H>
      <a:tcStyle>
        <a:fill>
          <a:solidFill>
            <a:schemeClr val="accent6">
              <a:alpha val="8000"/>
            </a:schemeClr>
          </a:solidFill>
        </a:fill>
      </a:tcStyle>
      <a:tcTxStyle sz="1500" algn="l">
        <a:fontRef idx="minor"/>
        <a:schemeClr val="tx1"/>
      </a:tcTxStyle>
    </a:band1H>
    <a:firstCol>
      <a:tcTxStyle b="1" sz="1700" algn="ctr">
        <a:fontRef idx="major"/>
        <a:schemeClr val="accent2"/>
      </a:tcTxStyle>
    </a:firstCol>
    <a:lastCol>
      <a:tcTxStyle u="sng" algn="ctr">
        <a:fontRef idx="minor"/>
        <a:schemeClr val="accent1"/>
      </a:tcTxStyle>
    </a:lastCol>
  </a:tblStyle>
</a:tblStyleLst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Layout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Layout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Accent"/>
          <p:cNvSpPr/>
          <p:nvPr/>
        </p:nvSpPr>
        <p:spPr>
          <a:xfrm>
            <a:off x="457200" y="300000"/>
            <a:ext cx="8230000" cy="120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3" name="Master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sz="2800" b="1">
                <a:solidFill>
                  <a:schemeClr val="tx1"/>
                </a:solidFill>
              </a:rPr>
              <a:t>Master Title</a:t>
            </a:r>
          </a:p>
        </p:txBody>
      </p:sp>
      <p:sp>
        <p:nvSpPr>
          <p:cNvPr id="4" name="Master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="ctr" lIns="182880" rIns="137160" tIns="91440" bIns="68580"/>
          <a:lstStyle/>
          <a:p>
            <a:r>
              <a:rPr sz="1800">
                <a:solidFill>
                  <a:schemeClr val="tx1"/>
                </a:solidFill>
              </a:rPr>
              <a:t>Master body</a:t>
            </a:r>
          </a:p>
        </p:txBody>
      </p:sp>
      <p:sp>
        <p:nvSpPr>
          <p:cNvPr id="5" name="Master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="b" lIns="137160" rIns="91440" tIns="68580" bIns="91440"/>
          <a:lstStyle/>
          <a:p>
            <a:pPr lvl="0" marL="342900" indent="-171450">
              <a:buChar char="•"/>
            </a:pPr>
            <a:r>
              <a:rPr sz="1600" i="1">
                <a:solidFill>
                  <a:schemeClr val="accent6"/>
                </a:solidFill>
              </a:rPr>
              <a:t>Master bullet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 Sty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tyled Table"/>
          <p:cNvGraphicFramePr/>
          <p:nvPr/>
        </p:nvGraphicFramePr>
        <p:xfrm>
          <a:off x="685800" y="914400"/>
          <a:ext cx="7772400" cy="1828800"/>
        </p:xfrm>
        <a:graphic>
          <a:graphicData uri="http://schemas.openxmlformats.org/drawingml/2006/table">
            <a:tbl>
              <a:tblPr firstRow="1" firstCol="1" lastCol="1" bandRow="1">
                <a:tableStyleId>{11111111-1111-1111-1111-111111111111}</a:tableStyleId>
              </a:tblPr>
              <a:tblGrid>
                <a:gridCol w="2286000"/>
                <a:gridCol w="2286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SLA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4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C2410C"/>
                          </a:solidFill>
                        </a:rPr>
                        <a:t>Local override stays italic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Silver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Next 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Banded row style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review Theme">
  <a:themeElements>
    <a:clrScheme name="Preview Scheme">
      <a:dk1>
        <a:srgbClr val="122033"/>
      </a:dk1>
      <a:lt1>
        <a:srgbClr val="F6F8FB"/>
      </a:lt1>
      <a:dk2>
        <a:srgbClr val="20324A"/>
      </a:dk2>
      <a:lt2>
        <a:srgbClr val="FFFFFF"/>
      </a:lt2>
      <a:accent1>
        <a:srgbClr val="2F6BFF"/>
      </a:accent1>
      <a:accent2>
        <a:srgbClr val="FF7A59"/>
      </a:accent2>
      <a:accent3>
        <a:srgbClr val="2ABF88"/>
      </a:accent3>
      <a:accent4>
        <a:srgbClr val="FFB020"/>
      </a:accent4>
      <a:accent5>
        <a:srgbClr val="8A63D2"/>
      </a:accent5>
      <a:accent6>
        <a:srgbClr val="25A7C5"/>
      </a:accent6>
      <a:hlink>
        <a:srgbClr val="2F6BFF"/>
      </a:hlink>
      <a:folHlink>
        <a:srgbClr val="8A63D2"/>
      </a:folHlink>
    </a:clrScheme>
    <a:fontScheme name="Preview Fonts">
      <a:majorFont>
        <a:latin typeface="Aptos"/>
        <a:font script="Hans" typeface="等线 Light"/>
        <a:font script="Jpan" typeface="Yu Gothic"/>
        <a:font script="Hang" typeface="Malgun Gothic"/>
      </a:majorFont>
      <a:minorFont>
        <a:latin typeface="Calibri"/>
        <a:font script="Hans" typeface="等线"/>
        <a:font script="Jpan" typeface="Yu Gothic"/>
        <a:font script="Hang" typeface="Malgun Gothic"/>
      </a:minorFont>
    </a:fontScheme>
    <a:fmtScheme name="Preview Forma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</a:schemeClr>
            </a:gs>
            <a:gs pos="100000">
              <a:schemeClr val="phClr"/>
            </a:gs>
          </a:gsLst>
          <a:lin ang="0" scaled="1"/>
        </a:gradFill>
        <a:pattFill prst="diagCross">
          <a:fgClr>
            <a:schemeClr val="phClr"/>
          </a:fgClr>
          <a:bgClr>
            <a:schemeClr val="lt1">
              <a:alpha val="82000"/>
            </a:schemeClr>
          </a:bgClr>
        </a:pattFill>
      </a:fillStyleLst>
      <a:lnStyleLst>
        <a:ln w="12700" cap="rnd">
          <a:solidFill>
            <a:schemeClr val="phClr"/>
          </a:solidFill>
          <a:round/>
        </a:ln>
        <a:ln w="19050" cap="sq">
          <a:solidFill>
            <a:schemeClr val="phClr">
              <a:shade val="75000"/>
            </a:schemeClr>
          </a:solidFill>
          <a:bevel/>
        </a:ln>
        <a:ln w="28575">
          <a:solidFill>
            <a:schemeClr val="phClr"/>
          </a:solidFill>
        </a:ln>
      </a:lnStyleLst>
      <a:bgFillStyleLst>
        <a:solidFill>
          <a:schemeClr val="phClr"/>
        </a:solidFill>
        <a:solidFill>
          <a:schemeClr val="phClr">
            <a:shade val="90000"/>
          </a:schemeClr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1"/>
        </a:gradFill>
      </a:bgFillStyleLst>
      <a:effectStyleLst>
        <a:effectStyle>
          <a:effectLst>
            <a:outerShdw blurRad="76200" dist="50800" dir="2700000" rotWithShape="0">
              <a:schemeClr val="phClr">
                <a:alpha val="36000"/>
              </a:schemeClr>
            </a:outerShdw>
          </a:effectLst>
        </a:effectStyle>
        <a:effectStyle>
          <a:effectLst>
            <a:outerShdw blurRad="63500" dist="38100" dir="5400000" rotWithShape="0">
              <a:schemeClr val="phClr">
                <a:alpha val="24000"/>
              </a:schemeClr>
            </a:outerShdw>
          </a:effectLst>
        </a:effectStyle>
        <a:effectStyle>
          <a:effectLst>
            <a:outerShdw blurRad="50800" dist="25400" dir="0" rotWithShape="0">
              <a:schemeClr val="phClr">
                <a:alpha val="18000"/>
              </a:schemeClr>
            </a:outerShdw>
          </a:effectLst>
        </a:effectStyle>
      </a:effect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Previewer Fixture</dc:title>
  <dc:creator>OpenAI Codex</dc:creator>
</cp:coreProperties>
</file>