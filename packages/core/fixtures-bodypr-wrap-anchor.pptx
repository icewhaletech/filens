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/pptx-previewer" TargetMode="Externa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dyPr Wrap Anch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Pr Box"/>
          <p:cNvSpPr/>
          <p:nvPr/>
        </p:nvSpPr>
        <p:spPr>
          <a:xfrm>
            <a:off x="914400" y="914400"/>
            <a:ext cx="4572000" cy="137160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solidFill>
              <a:schemeClr val="accent1"/>
            </a:solidFill>
          </a:ln>
        </p:spPr>
        <p:txBody>
          <a:bodyPr wrap="none" anchor="ctr" anchorCtr="1" horzOverflow="clip" vertOverflow="clip" numCol="2" spcCol="182880" rtlCol="1" fromWordArt="1" lIns="91440" rIns="182880" tIns="45720" bIns="91440">
            <a:normAutofit fontScale="82000" lnSpcReduction="12000"/>
          </a:bodyPr>
          <a:lstStyle/>
          <a:p>
            <a:pPr algn="ctr"/>
            <a:r>
              <a:rPr sz="2200">
                <a:solidFill>
                  <a:schemeClr val="tx1"/>
                </a:solidFill>
              </a:rPr>
              <a:t>Nowrap content should clip instead of wrapping into a new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