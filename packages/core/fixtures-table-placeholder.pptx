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Layout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Layout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Accent"/>
          <p:cNvSpPr/>
          <p:nvPr/>
        </p:nvSpPr>
        <p:spPr>
          <a:xfrm>
            <a:off x="457200" y="300000"/>
            <a:ext cx="8230000" cy="120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</p:sp>
      <p:sp>
        <p:nvSpPr>
          <p:cNvPr id="3" name="Master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sz="2800" b="1">
                <a:solidFill>
                  <a:schemeClr val="tx1"/>
                </a:solidFill>
              </a:rPr>
              <a:t>Master Title</a:t>
            </a:r>
          </a:p>
        </p:txBody>
      </p:sp>
      <p:sp>
        <p:nvSpPr>
          <p:cNvPr id="4" name="Master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="ctr" lIns="182880" rIns="137160" tIns="91440" bIns="68580"/>
          <a:lstStyle/>
          <a:p>
            <a:r>
              <a:rPr sz="1800">
                <a:solidFill>
                  <a:schemeClr val="tx1"/>
                </a:solidFill>
              </a:rPr>
              <a:t>Master body</a:t>
            </a:r>
          </a:p>
        </p:txBody>
      </p:sp>
      <p:sp>
        <p:nvSpPr>
          <p:cNvPr id="5" name="Master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="b" lIns="137160" rIns="91440" tIns="68580" bIns="91440"/>
          <a:lstStyle/>
          <a:p>
            <a:pPr lvl="0" marL="342900" indent="-171450">
              <a:buChar char="•"/>
            </a:pPr>
            <a:r>
              <a:rPr sz="1600" i="1">
                <a:solidFill>
                  <a:schemeClr val="accent6"/>
                </a:solidFill>
              </a:rPr>
              <a:t>Master bullet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 Slide">
    <p:bg>
      <p:bgRef idx="1001">
        <a:schemeClr val="accent6">
          <a:alpha val="9000"/>
        </a:schemeClr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Title"/>
          <p:cNvSpPr/>
          <p:nvPr/>
        </p:nvSpPr>
        <p:spPr>
          <a:xfrm>
            <a:off x="685800" y="4572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sz="2600" b="1">
                <a:solidFill>
                  <a:schemeClr val="tx1"/>
                </a:solidFill>
              </a:rPr>
              <a:t>Table merges and placeholder-safe parsing</a:t>
            </a:r>
          </a:p>
        </p:txBody>
      </p:sp>
      <p:graphicFrame>
        <p:nvGraphicFramePr>
          <p:cNvPr id="3" name="Table 1"/>
          <p:cNvGraphicFramePr/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/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lt2"/>
                          </a:solidFill>
                        </a:rPr>
                        <a:t>Feature</a:t>
                      </a:r>
                    </a:p>
                  </a:txBody>
                  <a:tcPr anchor="ctr" marL="91440" marR="91440" marT="45720" marB="45720">
                    <a:solidFill>
                      <a:schemeClr val="accent1"/>
                    </a:solidFill>
                    <a:lnL w="12700">
                      <a:solidFill>
                        <a:schemeClr val="accent2"/>
                      </a:solidFill>
                    </a:lnL>
                    <a:lnR w="12700">
                      <a:solidFill>
                        <a:schemeClr val="accent2"/>
                      </a:solidFill>
                    </a:lnR>
                    <a:lnT w="12700">
                      <a:solidFill>
                        <a:schemeClr val="accent2"/>
                      </a:solidFill>
                    </a:lnT>
                    <a:lnB w="12700">
                      <a:solidFill>
                        <a:schemeClr val="accent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lt2"/>
                          </a:solidFill>
                        </a:rPr>
                        <a:t>Coverage</a:t>
                      </a:r>
                    </a:p>
                  </a:txBody>
                  <a:tcPr gridSpan="2" anchor="ctr">
                    <a:solidFill>
                      <a:schemeClr val="accent1"/>
                    </a:solidFill>
                  </a:tcPr>
                </a:tc>
                <a:tc>
                  <a:tcPr hMerge="1"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Preview engine</a:t>
                      </a:r>
                    </a:p>
                  </a:txBody>
                  <a:tcPr rowSpan="2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accent3"/>
                          </a:solidFill>
                        </a:rPr>
                        <a:t>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Text, shapes, media</a:t>
                      </a:r>
                    </a:p>
                  </a:txBody>
                  <a:tcPr/>
                </a:tc>
              </a:tr>
              <a:tr h="457200">
                <a:tc>
                  <a:tcPr vMerge="1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accent3"/>
                          </a:solidFill>
                        </a:rPr>
                        <a:t>Merged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HTML rendering path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review Theme">
  <a:themeElements>
    <a:clrScheme name="Preview Scheme">
      <a:dk1>
        <a:srgbClr val="122033"/>
      </a:dk1>
      <a:lt1>
        <a:srgbClr val="F6F8FB"/>
      </a:lt1>
      <a:dk2>
        <a:srgbClr val="20324A"/>
      </a:dk2>
      <a:lt2>
        <a:srgbClr val="FFFFFF"/>
      </a:lt2>
      <a:accent1>
        <a:srgbClr val="2F6BFF"/>
      </a:accent1>
      <a:accent2>
        <a:srgbClr val="FF7A59"/>
      </a:accent2>
      <a:accent3>
        <a:srgbClr val="2ABF88"/>
      </a:accent3>
      <a:accent4>
        <a:srgbClr val="FFB020"/>
      </a:accent4>
      <a:accent5>
        <a:srgbClr val="8A63D2"/>
      </a:accent5>
      <a:accent6>
        <a:srgbClr val="25A7C5"/>
      </a:accent6>
      <a:hlink>
        <a:srgbClr val="2F6BFF"/>
      </a:hlink>
      <a:folHlink>
        <a:srgbClr val="8A63D2"/>
      </a:folHlink>
    </a:clrScheme>
    <a:fontScheme name="Preview Fonts">
      <a:majorFont>
        <a:latin typeface="Aptos"/>
        <a:font script="Hans" typeface="等线 Light"/>
        <a:font script="Jpan" typeface="Yu Gothic"/>
        <a:font script="Hang" typeface="Malgun Gothic"/>
      </a:majorFont>
      <a:minorFont>
        <a:latin typeface="Calibri"/>
        <a:font script="Hans" typeface="等线"/>
        <a:font script="Jpan" typeface="Yu Gothic"/>
        <a:font script="Hang" typeface="Malgun Gothic"/>
      </a:minorFont>
    </a:fontScheme>
    <a:fmtScheme name="Preview Forma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</a:schemeClr>
            </a:gs>
            <a:gs pos="100000">
              <a:schemeClr val="phClr"/>
            </a:gs>
          </a:gsLst>
          <a:lin ang="0" scaled="1"/>
        </a:gradFill>
        <a:pattFill prst="diagCross">
          <a:fgClr>
            <a:schemeClr val="phClr"/>
          </a:fgClr>
          <a:bgClr>
            <a:schemeClr val="lt1">
              <a:alpha val="82000"/>
            </a:schemeClr>
          </a:bgClr>
        </a:pattFill>
      </a:fillStyleLst>
      <a:lnStyleLst>
        <a:ln w="12700" cap="rnd">
          <a:solidFill>
            <a:schemeClr val="phClr"/>
          </a:solidFill>
          <a:round/>
        </a:ln>
        <a:ln w="19050" cap="sq">
          <a:solidFill>
            <a:schemeClr val="phClr">
              <a:shade val="75000"/>
            </a:schemeClr>
          </a:solidFill>
          <a:bevel/>
        </a:ln>
        <a:ln w="28575">
          <a:solidFill>
            <a:schemeClr val="phClr"/>
          </a:solidFill>
        </a:ln>
      </a:lnStyleLst>
      <a:bgFillStyleLst>
        <a:solidFill>
          <a:schemeClr val="phClr"/>
        </a:solidFill>
        <a:solidFill>
          <a:schemeClr val="phClr">
            <a:shade val="90000"/>
          </a:schemeClr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1"/>
        </a:gradFill>
      </a:bgFillStyleLst>
      <a:effectStyleLst>
        <a:effectStyle>
          <a:effectLst>
            <a:outerShdw blurRad="76200" dist="50800" dir="2700000" rotWithShape="0">
              <a:schemeClr val="phClr">
                <a:alpha val="36000"/>
              </a:schemeClr>
            </a:outerShdw>
          </a:effectLst>
        </a:effectStyle>
        <a:effectStyle>
          <a:effectLst>
            <a:outerShdw blurRad="63500" dist="38100" dir="5400000" rotWithShape="0">
              <a:schemeClr val="phClr">
                <a:alpha val="24000"/>
              </a:schemeClr>
            </a:outerShdw>
          </a:effectLst>
        </a:effectStyle>
        <a:effectStyle>
          <a:effectLst>
            <a:outerShdw blurRad="50800" dist="25400" dir="0" rotWithShape="0">
              <a:schemeClr val="phClr">
                <a:alpha val="18000"/>
              </a:schemeClr>
            </a:outerShdw>
          </a:effectLst>
        </a:effectStyle>
      </a:effect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Previewer Fixture</dc:title>
  <dc:creator>OpenAI Codex</dc:creator>
</cp:coreProperties>
</file>