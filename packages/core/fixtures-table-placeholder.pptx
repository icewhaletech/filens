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out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Layout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Layout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Accent"/>
          <p:cNvSpPr/>
          <p:nvPr/>
        </p:nvSpPr>
        <p:spPr>
          <a:xfrm>
            <a:off x="457200" y="300000"/>
            <a:ext cx="8230000" cy="12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</p:sp>
      <p:sp>
        <p:nvSpPr>
          <p:cNvPr id="3" name="Master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sz="2800" b="1">
                <a:solidFill>
                  <a:schemeClr val="tx1"/>
                </a:solidFill>
              </a:rPr>
              <a:t>Master Title</a:t>
            </a:r>
          </a:p>
        </p:txBody>
      </p:sp>
      <p:sp>
        <p:nvSpPr>
          <p:cNvPr id="4" name="Master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="ctr" lIns="182880" rIns="137160" tIns="91440" bIns="68580"/>
          <a:lstStyle/>
          <a:p>
            <a:r>
              <a:rPr sz="1800">
                <a:solidFill>
                  <a:schemeClr val="tx1"/>
                </a:solidFill>
              </a:rPr>
              <a:t>Master body</a:t>
            </a:r>
          </a:p>
        </p:txBody>
      </p:sp>
      <p:sp>
        <p:nvSpPr>
          <p:cNvPr id="5" name="Master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 anchor="b" lIns="137160" rIns="91440" tIns="68580" bIns="91440"/>
          <a:lstStyle/>
          <a:p>
            <a:pPr lvl="0" marL="342900" indent="-171450">
              <a:buChar char="•"/>
            </a:pPr>
            <a:r>
              <a:rPr sz="1600" i="1">
                <a:solidFill>
                  <a:schemeClr val="accent6"/>
                </a:solidFill>
              </a:rPr>
              <a:t>Master bullet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 Slide">
    <p:bg>
      <p:bgRef idx="1001">
        <a:schemeClr val="accent6">
          <a:alpha val="9000"/>
        </a:schemeClr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Title"/>
          <p:cNvSpPr/>
          <p:nvPr/>
        </p:nvSpPr>
        <p:spPr>
          <a:xfrm>
            <a:off x="685800" y="45720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sz="2600" b="1">
                <a:solidFill>
                  <a:schemeClr val="tx1"/>
                </a:solidFill>
              </a:rPr>
              <a:t>Table merges and placeholder-safe parsing</a:t>
            </a:r>
          </a:p>
        </p:txBody>
      </p:sp>
      <p:graphicFrame>
        <p:nvGraphicFramePr>
          <p:cNvPr id="3" name="Table 1"/>
          <p:cNvGraphicFramePr/>
          <p:nvPr/>
        </p:nvGraphicFramePr>
        <p:xfrm>
          <a:off x="914400" y="1371600"/>
          <a:ext cx="7315200" cy="1828800"/>
        </p:xfrm>
        <a:graphic>
          <a:graphicData uri="http://schemas.openxmlformats.org/drawingml/2006/table">
            <a:tbl>
              <a:tblPr firstRow="1" bandRow="1"/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chemeClr val="lt2"/>
                          </a:solidFill>
                        </a:rPr>
                        <a:t>Feature</a:t>
                      </a:r>
                    </a:p>
                  </a:txBody>
                  <a:tcPr anchor="ctr" marL="91440" marR="91440" marT="45720" marB="45720">
                    <a:solidFill>
                      <a:schemeClr val="accent1"/>
                    </a:solidFill>
                    <a:lnL w="12700">
                      <a:solidFill>
                        <a:schemeClr val="accent2"/>
                      </a:solidFill>
                    </a:lnL>
                    <a:lnR w="12700">
                      <a:solidFill>
                        <a:schemeClr val="accent2"/>
                      </a:solidFill>
                    </a:lnR>
                    <a:lnT w="12700">
                      <a:solidFill>
                        <a:schemeClr val="accent2"/>
                      </a:solidFill>
                    </a:lnT>
                    <a:lnB w="12700">
                      <a:solidFill>
                        <a:schemeClr val="accent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chemeClr val="lt2"/>
                          </a:solidFill>
                        </a:rPr>
                        <a:t>Coverage</a:t>
                      </a:r>
                    </a:p>
                  </a:txBody>
                  <a:tcPr gridSpan="2" anchor="ctr">
                    <a:solidFill>
                      <a:schemeClr val="accent1"/>
                    </a:solidFill>
                  </a:tcPr>
                </a:tc>
                <a:tc>
                  <a:tcPr hMerge="1"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tx1"/>
                          </a:solidFill>
                        </a:rPr>
                        <a:t>Preview engine</a:t>
                      </a:r>
                    </a:p>
                  </a:txBody>
                  <a:tcPr rowSpan="2" anchor="ctr"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accent3"/>
                          </a:solidFill>
                        </a:rPr>
                        <a:t>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tx1"/>
                          </a:solidFill>
                        </a:rPr>
                        <a:t>Text, shapes, media</a:t>
                      </a:r>
                    </a:p>
                  </a:txBody>
                  <a:tcPr/>
                </a:tc>
              </a:tr>
              <a:tr h="457200">
                <a:tc>
                  <a:tcPr vMerge="1" anchor="ctr"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accent3"/>
                          </a:solidFill>
                        </a:rPr>
                        <a:t>Merged cells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tx1"/>
                          </a:solidFill>
                        </a:rPr>
                        <a:t>HTML rendering path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Previewer Fixture</dc:title>
  <dc:creator>OpenAI Codex</dc:creator>
</cp:coreProperties>
</file>