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
    <Relationship Id="rId4" Type="http://schemas.openxmlformats.org/officeDocument/2006/relationships/hyperlink" Target="https://example.com/pptx-previewer/grouped-media" TargetMode="External"/>
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pe Text Bou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 Label"/>
          <p:cNvSpPr/>
          <p:nvPr/>
        </p:nvSpPr>
        <p:spPr>
          <a:xfrm>
            <a:off x="457200" y="914400"/>
            <a:ext cx="2057400" cy="914400"/>
          </a:xfrm>
          <a:prstGeom prst="rightArrow">
            <a:avLst>
              <a:gd name="adj1" fmla="val 42000"/>
              <a:gd name="adj2" fmla="val 52000"/>
            </a:avLst>
          </a:prstGeom>
          <a:solidFill>
            <a:schemeClr val="accent1">
              <a:tint val="25000"/>
            </a:schemeClr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chemeClr val="tx1"/>
                </a:solidFill>
              </a:rPr>
              <a:t>Arrow CTA</a:t>
            </a:r>
          </a:p>
        </p:txBody>
      </p:sp>
      <p:sp>
        <p:nvSpPr>
          <p:cNvPr id="3" name="Diamond Label"/>
          <p:cNvSpPr/>
          <p:nvPr/>
        </p:nvSpPr>
        <p:spPr>
          <a:xfrm>
            <a:off x="2971800" y="914400"/>
            <a:ext cx="1371600" cy="914400"/>
          </a:xfrm>
          <a:prstGeom prst="diamond">
            <a:avLst/>
          </a:prstGeom>
          <a:solidFill>
            <a:schemeClr val="accent2">
              <a:tint val="28000"/>
            </a:schemeClr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sz="1800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4" name="Chevron Label"/>
          <p:cNvSpPr/>
          <p:nvPr/>
        </p:nvSpPr>
        <p:spPr>
          <a:xfrm>
            <a:off x="4800600" y="914400"/>
            <a:ext cx="1828800" cy="914400"/>
          </a:xfrm>
          <a:prstGeom prst="chevron">
            <a:avLst>
              <a:gd name="adj" fmla="val 32000"/>
            </a:avLst>
          </a:prstGeom>
          <a:solidFill>
            <a:schemeClr val="accent6">
              <a:tint val="26000"/>
            </a:schemeClr>
          </a:solidFill>
          <a:ln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80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5" name="Hex Label"/>
          <p:cNvSpPr/>
          <p:nvPr/>
        </p:nvSpPr>
        <p:spPr>
          <a:xfrm>
            <a:off x="6903720" y="914400"/>
            <a:ext cx="1371600" cy="914400"/>
          </a:xfrm>
          <a:prstGeom prst="hexagon">
            <a:avLst>
              <a:gd name="adj" fmla="val 26000"/>
            </a:avLst>
          </a:prstGeom>
          <a:solidFill>
            <a:schemeClr val="accent3">
              <a:tint val="25000"/>
            </a:schemeClr>
          </a:solidFill>
          <a:ln>
            <a:solidFill>
              <a:schemeClr val="accent3"/>
            </a:solidFill>
          </a:ln>
        </p:spPr>
        <p:txBody>
          <a:bodyPr anchor="ctr"/>
          <a:lstStyle/>
          <a:p>
            <a:pPr algn="ctr"/>
            <a:r>
              <a:rPr sz="1800">
                <a:solidFill>
                  <a:schemeClr val="tx1"/>
                </a:solidFill>
              </a:rPr>
              <a:t>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