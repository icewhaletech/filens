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  <Relationship Id="rId2" Type="http://schemas.openxmlformats.org/package/2006/relationships/metadata/core-properties" Target="docProps/core.xml"/>
  <Relationship Id="rId3" Type="http://schemas.openxmlformats.org/officeDocument/2006/relationships/extended-properties" Target="docProps/app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</p:sldIdLst>
  <p:sldSz cx="9144000" cy="5143500"/>
  <p:notesSz cx="6858000" cy="9144000"/>
</p:presentation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Master" Target="slideMasters/slideMaster1.xml"/>
  <Relationship Id="rId2" Type="http://schemas.openxmlformats.org/officeDocument/2006/relationships/slide" Target="slides/slide1.xml"/>
</Relationships>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AndContent" preserve="1">
  <p:cSld name="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yout Title"/>
          <p:cNvSpPr/>
          <p:nvPr>
            <p:ph type="title"/>
          </p:nvPr>
        </p:nvSpPr>
        <p:spPr>
          <a:xfrm>
            <a:off x="685800" y="457200"/>
            <a:ext cx="7772400" cy="762000"/>
          </a:xfrm>
          <a:prstGeom prst="rect">
            <a:avLst/>
          </a:prstGeom>
          <a:noFill/>
          <a:ln>
            <a:noFill/>
          </a:ln>
        </p:spPr>
      </p:sp>
      <p:sp>
        <p:nvSpPr>
          <p:cNvPr id="3" name="Layout Body"/>
          <p:cNvSpPr/>
          <p:nvPr>
            <p:ph type="body" idx="1"/>
          </p:nvPr>
        </p:nvSpPr>
        <p:spPr>
          <a:xfrm>
            <a:off x="685800" y="1371600"/>
            <a:ext cx="7772400" cy="2743200"/>
          </a:xfrm>
          <a:prstGeom prst="rect">
            <a:avLst/>
          </a:prstGeom>
          <a:noFill/>
          <a:ln>
            <a:noFill/>
          </a:ln>
        </p:spPr>
      </p:sp>
      <p:sp>
        <p:nvSpPr>
          <p:cNvPr id="4" name="Layout Bullet Body"/>
          <p:cNvSpPr/>
          <p:nvPr>
            <p:ph type="body" idx="2"/>
          </p:nvPr>
        </p:nvSpPr>
        <p:spPr>
          <a:xfrm>
            <a:off x="5943600" y="3952240"/>
            <a:ext cx="2514600" cy="914400"/>
          </a:xfrm>
          <a:prstGeom prst="rect">
            <a:avLst/>
          </a:prstGeom>
          <a:noFill/>
          <a:ln>
            <a:noFill/>
          </a:ln>
        </p:spPr>
      </p:sp>
    </p:spTree>
  </p:cSld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theme" Target="../theme/theme1.xml"/>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ster Accent"/>
          <p:cNvSpPr/>
          <p:nvPr/>
        </p:nvSpPr>
        <p:spPr>
          <a:xfrm>
            <a:off x="457200" y="300000"/>
            <a:ext cx="8230000" cy="120000"/>
          </a:xfrm>
          <a:prstGeom prst="rect">
            <a:avLst/>
          </a:prstGeom>
          <a:solidFill>
            <a:schemeClr val="accent1"/>
          </a:solidFill>
          <a:ln w="0">
            <a:noFill/>
          </a:ln>
        </p:spPr>
      </p:sp>
      <p:sp>
        <p:nvSpPr>
          <p:cNvPr id="3" name="Master Title"/>
          <p:cNvSpPr/>
          <p:nvPr>
            <p:ph type="title"/>
          </p:nvPr>
        </p:nvSpPr>
        <p:spPr>
          <a:xfrm>
            <a:off x="685800" y="457200"/>
            <a:ext cx="7772400" cy="76200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/>
          <a:p>
            <a:pPr algn="l"/>
            <a:r>
              <a:rPr sz="2800" b="1">
                <a:solidFill>
                  <a:schemeClr val="tx1"/>
                </a:solidFill>
              </a:rPr>
              <a:t>Master Title</a:t>
            </a:r>
          </a:p>
        </p:txBody>
      </p:sp>
      <p:sp>
        <p:nvSpPr>
          <p:cNvPr id="4" name="Master Body"/>
          <p:cNvSpPr/>
          <p:nvPr>
            <p:ph type="body" idx="1"/>
          </p:nvPr>
        </p:nvSpPr>
        <p:spPr>
          <a:xfrm>
            <a:off x="685800" y="1371600"/>
            <a:ext cx="7772400" cy="2743200"/>
          </a:xfrm>
          <a:prstGeom prst="rect">
            <a:avLst/>
          </a:prstGeom>
          <a:noFill/>
          <a:ln>
            <a:noFill/>
          </a:ln>
        </p:spPr>
        <p:txBody>
          <a:bodyPr anchor="ctr" lIns="182880" rIns="137160" tIns="91440" bIns="68580"/>
          <a:lstStyle/>
          <a:p>
            <a:r>
              <a:rPr sz="1800">
                <a:solidFill>
                  <a:schemeClr val="tx1"/>
                </a:solidFill>
              </a:rPr>
              <a:t>Master body</a:t>
            </a:r>
          </a:p>
        </p:txBody>
      </p:sp>
      <p:sp>
        <p:nvSpPr>
          <p:cNvPr id="5" name="Master Bullet Body"/>
          <p:cNvSpPr/>
          <p:nvPr>
            <p:ph type="body" idx="2"/>
          </p:nvPr>
        </p:nvSpPr>
        <p:spPr>
          <a:xfrm>
            <a:off x="5943600" y="3952240"/>
            <a:ext cx="2514600" cy="914400"/>
          </a:xfrm>
          <a:prstGeom prst="rect">
            <a:avLst/>
          </a:prstGeom>
          <a:noFill/>
          <a:ln>
            <a:noFill/>
          </a:ln>
        </p:spPr>
        <p:txBody>
          <a:bodyPr anchor="b" lIns="137160" rIns="91440" tIns="68580" bIns="91440"/>
          <a:lstStyle/>
          <a:p>
            <a:pPr lvl="0" marL="342900" indent="-171450">
              <a:buChar char="•"/>
            </a:pPr>
            <a:r>
              <a:rPr sz="1600" i="1">
                <a:solidFill>
                  <a:schemeClr val="accent6"/>
                </a:solidFill>
              </a:rPr>
              <a:t>Master bullet body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hyperlink" Target="https://example.com/pptx-previewer" TargetMode="External"/>
  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Text Theme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/>
          <p:nvPr>
            <p:ph type="title"/>
          </p:nvPr>
        </p:nvSpPr>
        <p:spPr>
          <a:xfrm>
            <a:off x="685800" y="457200"/>
            <a:ext cx="7772400" cy="76200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/>
          <a:p>
            <a:pPr algn="ctr"/>
            <a:r>
              <a:rPr sz="3000" b="1">
                <a:solidFill>
                  <a:schemeClr val="tx1"/>
                </a:solidFill>
              </a:rPr>
              <a:t>PPTX Previewer</a:t>
            </a:r>
          </a:p>
        </p:txBody>
      </p:sp>
      <p:sp>
        <p:nvSpPr>
          <p:cNvPr id="3" name="Content Placeholder 2"/>
          <p:cNvSpPr/>
          <p:nvPr>
            <p:ph type="body" idx="1"/>
          </p:nvPr>
        </p:nvSpPr>
        <p:spPr>
          <a:xfrm>
            <a:off x="685800" y="1371600"/>
            <a:ext cx="7772400" cy="27432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sz="2000">
                <a:solidFill>
                  <a:schemeClr val="accent1">
                    <a:tint val="25000"/>
                  </a:schemeClr>
                </a:solidFill>
              </a:rPr>
              <a:t>Theme colors, placeholder inheritance and text runs.</a:t>
            </a:r>
          </a:p>
          <a:p>
            <a:pPr algn="l"/>
            <a:r>
              <a:rPr sz="1800">
                <a:solidFill>
                  <a:schemeClr val="tx1"/>
                </a:solidFill>
              </a:rPr>
              <a:t>This deck is generated inside the repository.</a:t>
            </a:r>
          </a:p>
          <a:p>
            <a:r>
              <a:t>Inherited master body style.</a:t>
            </a:r>
          </a:p>
          <a:p>
            <a:r>
              <a:rPr sz="1700" u="sng">
                <a:solidFill>
                  <a:schemeClr val="accent1"/>
                </a:solidFill>
                <a:hlinkClick r:id="rId2"/>
              </a:rPr>
              <a:t>Open preview documentation</a:t>
            </a:r>
          </a:p>
          <a:p>
            <a:r>
              <a:rPr sz="1700">
                <a:hlinkClick r:id="rId2"/>
              </a:rPr>
              <a:t>Theme fallback link</a:t>
            </a:r>
          </a:p>
          <a:p>
            <a:r>
              <a:rPr sz="1800" lang="zh-CN">
                <a:solidFill>
                  <a:schemeClr val="tx1"/>
                </a:solidFill>
              </a:rPr>
              <a:t>中文主题字体</a:t>
            </a:r>
          </a:p>
          <a:p>
            <a:pPr marL="342900" indent="-171450">
              <a:buChar char="•"/>
              <a:spcBef>
                <a:spcPts val="1200"/>
              </a:spcBef>
              <a:spcAft>
                <a:spcPts val="800"/>
              </a:spcAft>
              <a:lnSpc>
                <a:spcPct val="125000"/>
              </a:lnSpc>
            </a:pPr>
            <a:r>
              <a:rPr sz="1700">
                <a:solidFill>
                  <a:schemeClr val="tx1"/>
                </a:solidFill>
              </a:rPr>
              <a:t>Bullet paragraphs now keep indentation and spacing.</a:t>
            </a:r>
          </a:p>
          <a:p>
            <a:pPr marL="342900" indent="-171450">
              <a:buAutoNum type="arabicPeriod" startAt="3"/>
            </a:pPr>
            <a:r>
              <a:rPr sz="1700">
                <a:solidFill>
                  <a:schemeClr val="tx1"/>
                </a:solidFill>
              </a:rPr>
              <a:t>Ordered roadmap item one.</a:t>
            </a:r>
          </a:p>
          <a:p>
            <a:pPr marL="342900" indent="-171450">
              <a:buAutoNum type="arabicPeriod"/>
            </a:pPr>
            <a:r>
              <a:rPr sz="1700">
                <a:solidFill>
                  <a:schemeClr val="tx1"/>
                </a:solidFill>
              </a:rPr>
              <a:t>Ordered roadmap item two.</a:t>
            </a:r>
          </a:p>
          <a:p>
            <a:r>
              <a:rPr sz="1700" strike="sngStrike">
                <a:solidFill>
                  <a:schemeClr val="tx1"/>
                </a:solidFill>
                <a:highlight>
                  <a:srgbClr val="FFF3A3"/>
                </a:highlight>
              </a:rPr>
              <a:t>Deprecated copy</a:t>
            </a:r>
            <a:r>
              <a:rPr sz="1700" b="1">
                <a:solidFill>
                  <a:schemeClr val="accent3"/>
                </a:solidFill>
              </a:rPr>
              <a:t> is now replaced with highlighted runs.</a:t>
            </a:r>
          </a:p>
          <a:p>
            <a:r>
              <a:rPr sz="1700">
                <a:solidFill>
                  <a:schemeClr val="tx1"/>
                </a:solidFill>
              </a:rPr>
              <a:t>CO</a:t>
            </a:r>
            <a:r>
              <a:rPr sz="1700" baseline="-25000">
                <a:solidFill>
                  <a:schemeClr val="accent2"/>
                </a:solidFill>
              </a:rPr>
              <a:t>2</a:t>
            </a:r>
            <a:r>
              <a:rPr sz="1700">
                <a:solidFill>
                  <a:schemeClr val="tx1"/>
                </a:solidFill>
              </a:rPr>
              <a:t> baseline and x</a:t>
            </a:r>
            <a:r>
              <a:rPr sz="1700" baseline="30000">
                <a:solidFill>
                  <a:schemeClr val="accent1"/>
                </a:solidFill>
              </a:rPr>
              <a:t>2</a:t>
            </a:r>
            <a:r>
              <a:rPr sz="1700">
                <a:solidFill>
                  <a:schemeClr val="tx1"/>
                </a:solidFill>
              </a:rPr>
              <a:t> notation.</a:t>
            </a:r>
          </a:p>
          <a:p>
            <a:r>
              <a:rPr sz="1700">
                <a:solidFill>
                  <a:schemeClr val="tx1"/>
                </a:solidFill>
              </a:rPr>
              <a:t>Line one</a:t>
            </a:r>
            <a:br>
              <a:rPr sz="1500" b="1">
                <a:solidFill>
                  <a:schemeClr val="accent2"/>
                </a:solidFill>
              </a:rPr>
            </a:br>
            <a:r>
              <a:rPr sz="1700">
                <a:solidFill>
                  <a:schemeClr val="tx1"/>
                </a:solidFill>
              </a:rPr>
              <a:t>Line two</a:t>
            </a:r>
            <a:tab/>
            <a:fld id="{00000000-0000-0000-0000-000000000001}" type="slidenum">
              <a:rPr sz="1700" i="1">
                <a:solidFill>
                  <a:schemeClr val="accent1"/>
                </a:solidFill>
              </a:rPr>
              <a:t>Field tail</a:t>
            </a:fld>
          </a:p>
          <a:p>
            <a:pPr>
              <a:tabLst>
                <a:tab pos="1828800"/>
                <a:tab pos="3200400"/>
              </a:tabLst>
            </a:pPr>
            <a:r>
              <a:rPr sz="1700">
                <a:solidFill>
                  <a:schemeClr val="tx1"/>
                </a:solidFill>
              </a:rPr>
              <a:t>Milestone</a:t>
            </a:r>
            <a:tab/>
            <a:r>
              <a:rPr sz="1700" b="1">
                <a:solidFill>
                  <a:schemeClr val="accent2"/>
                </a:solidFill>
              </a:rPr>
              <a:t>Owner</a:t>
            </a:r>
            <a:tab/>
            <a:r>
              <a:rPr sz="1700">
                <a:solidFill>
                  <a:schemeClr val="accent3"/>
                </a:solidFill>
              </a:rPr>
              <a:t>Done</a:t>
            </a:r>
          </a:p>
          <a:p>
            <a:r>
              <a:rPr sz="1700">
                <a:solidFill>
                  <a:schemeClr val="tx1"/>
                </a:solidFill>
              </a:rPr>
              <a:t>co</a:t>
            </a:r>
            <a:softHyphen/>
            <a:r>
              <a:rPr sz="1700">
                <a:solidFill>
                  <a:schemeClr val="accent2"/>
                </a:solidFill>
              </a:rPr>
              <a:t>operate and re</a:t>
            </a:r>
            <a:noBreakHyphen/>
            <a:r>
              <a:rPr sz="1700" b="1">
                <a:solidFill>
                  <a:schemeClr val="accent1"/>
                </a:solidFill>
              </a:rPr>
              <a:t>enter</a:t>
            </a:r>
          </a:p>
          <a:p>
            <a:r>
              <a:rPr sz="1700">
                <a:solidFill>
                  <a:schemeClr val="tx1"/>
                </a:solidFill>
                <a:latin typeface="+mj-lt"/>
              </a:rPr>
              <a:t>Theme heading font</a:t>
            </a:r>
            <a:r>
              <a:rPr sz="1700">
                <a:solidFill>
                  <a:schemeClr val="accent3"/>
                </a:solidFill>
                <a:latin typeface="+mn-lt"/>
              </a:rPr>
              <a:t> + body font</a:t>
            </a:r>
          </a:p>
          <a:p>
            <a:r>
              <a:rPr sz="1700">
                <a:solidFill>
                  <a:schemeClr val="tx1"/>
                </a:solidFill>
              </a:rPr>
              <a:t>Status </a:t>
            </a:r>
            <a:sym font="Segoe UI Symbol" char="✓"/>
            <a:r>
              <a:rPr sz="1700">
                <a:solidFill>
                  <a:schemeClr val="accent3"/>
                </a:solidFill>
              </a:rPr>
              <a:t> complete</a:t>
            </a:r>
          </a:p>
        </p:txBody>
      </p:sp>
      <p:sp>
        <p:nvSpPr>
          <p:cNvPr id="4" name="Content Placeholder 3"/>
          <p:cNvSpPr/>
          <p:nvPr>
            <p:ph type="body" idx="2"/>
          </p:nvPr>
        </p:nvSpPr>
        <p:spPr>
          <a:xfrm>
            <a:off x="5943600" y="3952240"/>
            <a:ext cx="2514600" cy="9144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t>Inherited bullet placeholder style.</a:t>
            </a:r>
          </a:p>
        </p:txBody>
      </p:sp>
      <p:sp>
        <p:nvSpPr>
          <p:cNvPr id="5" name="Accent Card"/>
          <p:cNvSpPr/>
          <p:nvPr/>
        </p:nvSpPr>
        <p:spPr>
          <a:xfrm>
            <a:off x="685800" y="3810000"/>
            <a:ext cx="2743200" cy="762000"/>
          </a:xfrm>
          <a:prstGeom prst="roundRect">
            <a:avLst/>
          </a:prstGeom>
          <a:solidFill>
            <a:schemeClr val="accent2">
              <a:lumOff val="10000"/>
            </a:schemeClr>
          </a:solidFill>
          <a:ln w="12700">
            <a:solidFill>
              <a:schemeClr val="accent2"/>
            </a:solidFill>
          </a:ln>
        </p:spPr>
        <p:txBody>
          <a:bodyPr anchor="ctr"/>
          <a:lstStyle/>
          <a:p>
            <a:pPr algn="ctr"/>
            <a:r>
              <a:rPr sz="1600" b="1">
                <a:solidFill>
                  <a:schemeClr val="lt2"/>
                </a:solidFill>
              </a:rPr>
              <a:t>HTML + SVG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review Theme">
  <a:themeElements>
    <a:clrScheme name="Preview Scheme">
      <a:dk1>
        <a:srgbClr val="122033"/>
      </a:dk1>
      <a:lt1>
        <a:srgbClr val="F6F8FB"/>
      </a:lt1>
      <a:dk2>
        <a:srgbClr val="20324A"/>
      </a:dk2>
      <a:lt2>
        <a:srgbClr val="FFFFFF"/>
      </a:lt2>
      <a:accent1>
        <a:srgbClr val="2F6BFF"/>
      </a:accent1>
      <a:accent2>
        <a:srgbClr val="FF7A59"/>
      </a:accent2>
      <a:accent3>
        <a:srgbClr val="2ABF88"/>
      </a:accent3>
      <a:accent4>
        <a:srgbClr val="FFB020"/>
      </a:accent4>
      <a:accent5>
        <a:srgbClr val="8A63D2"/>
      </a:accent5>
      <a:accent6>
        <a:srgbClr val="25A7C5"/>
      </a:accent6>
      <a:hlink>
        <a:srgbClr val="2F6BFF"/>
      </a:hlink>
      <a:folHlink>
        <a:srgbClr val="8A63D2"/>
      </a:folHlink>
    </a:clrScheme>
    <a:fontScheme name="Preview Fonts">
      <a:majorFont>
        <a:latin typeface="Aptos"/>
        <a:font script="Hans" typeface="等线 Light"/>
        <a:font script="Jpan" typeface="Yu Gothic"/>
        <a:font script="Hang" typeface="Malgun Gothic"/>
      </a:majorFont>
      <a:minorFont>
        <a:latin typeface="Calibri"/>
        <a:font script="Hans" typeface="等线"/>
        <a:font script="Jpan" typeface="Yu Gothic"/>
        <a:font script="Hang" typeface="Malgun Gothic"/>
      </a:minorFont>
    </a:fontScheme>
    <a:fmtScheme name="Preview Forma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</a:schemeClr>
            </a:gs>
            <a:gs pos="100000">
              <a:schemeClr val="phClr"/>
            </a:gs>
          </a:gsLst>
          <a:lin ang="0" scaled="1"/>
        </a:gradFill>
        <a:pattFill prst="diagCross">
          <a:fgClr>
            <a:schemeClr val="phClr"/>
          </a:fgClr>
          <a:bgClr>
            <a:schemeClr val="lt1">
              <a:alpha val="82000"/>
            </a:schemeClr>
          </a:bgClr>
        </a:pattFill>
      </a:fillStyleLst>
      <a:lnStyleLst>
        <a:ln w="12700" cap="rnd">
          <a:solidFill>
            <a:schemeClr val="phClr"/>
          </a:solidFill>
          <a:round/>
        </a:ln>
        <a:ln w="19050" cap="sq">
          <a:solidFill>
            <a:schemeClr val="phClr">
              <a:shade val="75000"/>
            </a:schemeClr>
          </a:solidFill>
          <a:bevel/>
        </a:ln>
        <a:ln w="28575">
          <a:solidFill>
            <a:schemeClr val="phClr"/>
          </a:solidFill>
        </a:ln>
      </a:lnStyleLst>
      <a:bgFillStyleLst>
        <a:solidFill>
          <a:schemeClr val="phClr"/>
        </a:solidFill>
        <a:solidFill>
          <a:schemeClr val="phClr">
            <a:shade val="90000"/>
          </a:schemeClr>
        </a:solidFill>
        <a:gradFill rotWithShape="1">
          <a:gsLst>
            <a:gs pos="0">
              <a:schemeClr val="phClr">
                <a:tint val="60000"/>
              </a:schemeClr>
            </a:gs>
            <a:gs pos="100000">
              <a:schemeClr val="phClr"/>
            </a:gs>
          </a:gsLst>
          <a:lin ang="5400000" scaled="1"/>
        </a:gradFill>
      </a:bgFillStyleLst>
      <a:effectStyleLst>
        <a:effectStyle>
          <a:effectLst>
            <a:outerShdw blurRad="76200" dist="50800" dir="2700000" rotWithShape="0">
              <a:schemeClr val="phClr">
                <a:alpha val="36000"/>
              </a:schemeClr>
            </a:outerShdw>
          </a:effectLst>
        </a:effectStyle>
        <a:effectStyle>
          <a:effectLst>
            <a:outerShdw blurRad="63500" dist="38100" dir="5400000" rotWithShape="0">
              <a:schemeClr val="phClr">
                <a:alpha val="24000"/>
              </a:schemeClr>
            </a:outerShdw>
          </a:effectLst>
        </a:effectStyle>
        <a:effectStyle>
          <a:effectLst>
            <a:outerShdw blurRad="50800" dist="25400" dir="0" rotWithShape="0">
              <a:schemeClr val="phClr">
                <a:alpha val="18000"/>
              </a:schemeClr>
            </a:outerShdw>
          </a:effectLst>
        </a:effectStyle>
      </a:effect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OpenAI Codex</Applicat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 Previewer Fixture</dc:title>
  <dc:creator>OpenAI Codex</dc:creator>
</cp:coreProperties>
</file>