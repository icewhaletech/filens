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Layout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Layout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Accent"/>
          <p:cNvSpPr/>
          <p:nvPr/>
        </p:nvSpPr>
        <p:spPr>
          <a:xfrm>
            <a:off x="457200" y="300000"/>
            <a:ext cx="8230000" cy="120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</p:sp>
      <p:sp>
        <p:nvSpPr>
          <p:cNvPr id="3" name="Master Title"/>
          <p:cNvSpPr/>
          <p:nvPr>
            <p:ph type="title"/>
          </p:nvPr>
        </p:nvSpPr>
        <p:spPr>
          <a:xfrm>
            <a:off x="6858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sz="2800" b="1">
                <a:solidFill>
                  <a:schemeClr val="tx1"/>
                </a:solidFill>
              </a:rPr>
              <a:t>Master Title</a:t>
            </a:r>
          </a:p>
        </p:txBody>
      </p:sp>
      <p:sp>
        <p:nvSpPr>
          <p:cNvPr id="4" name="Master Body"/>
          <p:cNvSpPr/>
          <p:nvPr>
            <p:ph type="body" idx="1"/>
          </p:nvPr>
        </p:nvSpPr>
        <p:spPr>
          <a:xfrm>
            <a:off x="685800" y="13716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="ctr" lIns="182880" rIns="137160" tIns="91440" bIns="68580"/>
          <a:lstStyle/>
          <a:p>
            <a:r>
              <a:rPr sz="1800">
                <a:solidFill>
                  <a:schemeClr val="tx1"/>
                </a:solidFill>
              </a:rPr>
              <a:t>Master body</a:t>
            </a:r>
          </a:p>
        </p:txBody>
      </p:sp>
      <p:sp>
        <p:nvSpPr>
          <p:cNvPr id="5" name="Master Bullet Body"/>
          <p:cNvSpPr/>
          <p:nvPr>
            <p:ph type="body" idx="2"/>
          </p:nvPr>
        </p:nvSpPr>
        <p:spPr>
          <a:xfrm>
            <a:off x="5943600" y="395224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="b" lIns="137160" rIns="91440" tIns="68580" bIns="91440"/>
          <a:lstStyle/>
          <a:p>
            <a:pPr lvl="0" marL="342900" indent="-171450">
              <a:buChar char="•"/>
            </a:pPr>
            <a:r>
              <a:rPr sz="1600" i="1">
                <a:solidFill>
                  <a:schemeClr val="accent6"/>
                </a:solidFill>
              </a:rPr>
              <a:t>Master bullet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
    <Relationship Id="rId4" Type="http://schemas.openxmlformats.org/officeDocument/2006/relationships/hyperlink" Target="https://example.com/pptx-previewer/grouped-media" TargetMode="External"/>
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uped Media">
    <p:bg>
      <p:bgPr>
        <a:gradFill rotWithShape="1">
          <a:gsLst>
            <a:gs pos="0">
              <a:schemeClr val="lt1"/>
            </a:gs>
            <a:gs pos="65000">
              <a:schemeClr val="accent6">
                <a:alpha val="12000"/>
              </a:schemeClr>
            </a:gs>
            <a:gs pos="100000">
              <a:schemeClr val="accent1">
                <a:alpha val="16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Image"/>
          <p:cNvPicPr/>
          <p:nvPr/>
        </p:nvPicPr>
        <p:blipFill>
          <a:blip r:embed="rId2">
            <a:alphaModFix amt="68000"/>
          </a:blip>
          <a:srcRect l="8000" r="12000" t="5000" b="15000"/>
          <a:stretch>
            <a:fillRect/>
          </a:stretch>
        </p:blipFill>
        <p:spPr>
          <a:xfrm>
            <a:off x="685800" y="914400"/>
            <a:ext cx="3657600" cy="2057400"/>
          </a:xfrm>
          <a:prstGeom prst="rect">
            <a:avLst/>
          </a:prstGeom>
          <a:ln w="19050">
            <a:solidFill>
              <a:schemeClr val="accent2"/>
            </a:solidFill>
            <a:prstDash val="dashDot"/>
          </a:ln>
        </p:spPr>
      </p:pic>
      <p:grpSp>
        <p:nvGrpSpPr>
          <p:cNvPr id="10" name="Grouped Shapes"/>
          <p:cNvGrpSpPr/>
          <p:nvPr/>
        </p:nvGrpSpPr>
        <p:grpSpPr>
          <a:xfrm>
            <a:off x="4800600" y="1143000"/>
            <a:ext cx="2743200" cy="1981200"/>
            <a:chOff x="0" y="0"/>
            <a:chExt cx="2743200" cy="1981200"/>
          </a:xfrm>
        </p:grpSpPr>
        <p:sp>
          <p:nvSpPr>
            <p:cNvPr id="11" name="Group Panel"/>
            <p:cNvSpPr/>
            <p:nvPr/>
          </p:nvSpPr>
          <p:spPr>
            <a:xfrm>
              <a:off x="0" y="0"/>
              <a:ext cx="2743200" cy="1981200"/>
            </a:xfrm>
            <a:prstGeom prst="roundRect">
              <a:avLst/>
            </a:prstGeom>
            <a:solidFill>
              <a:schemeClr val="accent3">
                <a:tint val="65000"/>
              </a:schemeClr>
            </a:solidFill>
            <a:ln w="19050">
              <a:solidFill>
                <a:schemeClr val="accent3"/>
              </a:solidFill>
            </a:ln>
          </p:spPr>
        </p:sp>
        <p:cxnSp>
          <p:nvCxnSpPr>
            <p:cNvPr id="12" name="Connector"/>
            <p:cNvCxnSpPr/>
            <p:nvPr/>
          </p:nvCxnSpPr>
          <p:spPr>
            <a:xfrm>
              <a:off x="228600" y="457200"/>
              <a:ext cx="1828800" cy="228600"/>
            </a:xfrm>
            <a:prstGeom prst="line">
              <a:avLst/>
            </a:prstGeom>
            <a:ln w="28575" cap="rnd">
              <a:solidFill>
                <a:schemeClr val="accent1">
                  <a:alpha val="62000"/>
                </a:schemeClr>
              </a:solidFill>
              <a:round/>
              <a:headEnd type="oval"/>
              <a:tailEnd type="triangle"/>
            </a:ln>
          </p:spPr>
        </p:cxnSp>
        <p:sp>
          <p:nvSpPr>
            <p:cNvPr id="13" name="Callout">
              <a:hlinkClick r:id="rId4"/>
            </p:cNvPr>
            <p:cNvSpPr/>
            <p:nvPr/>
          </p:nvSpPr>
          <p:spPr>
            <a:xfrm>
              <a:off x="1143000" y="914400"/>
              <a:ext cx="11430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r>
                <a:rPr sz="1400" b="1">
                  <a:solidFill>
                    <a:schemeClr val="lt2"/>
                  </a:solidFill>
                </a:rPr>
                <a:t>Group</a:t>
              </a:r>
            </a:p>
          </p:txBody>
        </p:sp>
      </p:grpSp>
      <p:sp>
        <p:nvSpPr>
          <p:cNvPr id="30" name="Gradient Note"/>
          <p:cNvSpPr txBox="1"/>
          <p:nvPr/>
        </p:nvSpPr>
        <p:spPr>
          <a:xfrm>
            <a:off x="4800600" y="457200"/>
            <a:ext cx="2743200" cy="548640"/>
          </a:xfrm>
          <a:prstGeom prst="round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6">
                  <a:alpha val="78000"/>
                </a:schemeClr>
              </a:gs>
              <a:gs pos="100000">
                <a:schemeClr val="accent3"/>
              </a:gs>
            </a:gsLst>
            <a:lin ang="0" scaled="1"/>
          </a:gradFill>
          <a:ln w="19050">
            <a:solidFill>
              <a:schemeClr val="accent1"/>
            </a:solidFill>
          </a:ln>
          <a:effectLst>
            <a:outerShdw blurRad="63500" dist="38100" dir="5400000" rotWithShape="0">
              <a:schemeClr val="accent1">
                <a:alpha val="32000"/>
              </a:schemeClr>
            </a:outerShdw>
          </a:effectLst>
        </p:spPr>
        <p:txBody>
          <a:bodyPr anchor="ctr"/>
          <a:lstStyle/>
          <a:p>
            <a:pPr algn="ctr"/>
            <a:r>
              <a:rPr sz="1400" b="1">
                <a:solidFill>
                  <a:schemeClr val="lt1"/>
                </a:solidFill>
              </a:rPr>
              <a:t>Gradient surface support</a:t>
            </a:r>
          </a:p>
        </p:txBody>
      </p:sp>
      <p:sp>
        <p:nvSpPr>
          <p:cNvPr id="31" name="Theme Style Panel"/>
          <p:cNvSpPr/>
          <p:nvPr/>
        </p:nvSpPr>
        <p:spPr>
          <a:xfrm>
            <a:off x="4800600" y="3025140"/>
            <a:ext cx="2514600" cy="548640"/>
          </a:xfrm>
          <a:prstGeom prst="roundRect">
            <a:avLst/>
          </a:prstGeom>
        </p:spPr>
        <p:style>
          <a:lnRef idx="2">
            <a:schemeClr val="accent4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lt2"/>
          </a:fontRef>
        </p:style>
        <p:txBody>
          <a:bodyPr anchor="ctr"/>
          <a:lstStyle/>
          <a:p>
            <a:pPr algn="ctr"/>
            <a:r>
              <a:rPr sz="1400" b="1"/>
              <a:t>Theme style matrix</a:t>
            </a:r>
          </a:p>
        </p:txBody>
      </p:sp>
      <p:sp>
        <p:nvSpPr>
          <p:cNvPr id="14" name="Status Note"/>
          <p:cNvSpPr txBox="1"/>
          <p:nvPr/>
        </p:nvSpPr>
        <p:spPr>
          <a:xfrm>
            <a:off x="685800" y="3314700"/>
            <a:ext cx="3657600" cy="685800"/>
          </a:xfrm>
          <a:prstGeom prst="rect">
            <a:avLst/>
          </a:prstGeom>
          <a:solidFill>
            <a:schemeClr val="accent2">
              <a:alpha val="18000"/>
            </a:schemeClr>
          </a:solidFill>
          <a:ln w="19050">
            <a:solidFill>
              <a:schemeClr val="accent2"/>
            </a:solidFill>
            <a:prstDash val="dash"/>
          </a:ln>
        </p:spPr>
        <p:txBody>
          <a:bodyPr/>
          <a:lstStyle/>
          <a:p>
            <a:r>
              <a:rPr sz="1600" b="1">
                <a:solidFill>
                  <a:schemeClr val="accent2">
                    <a:alpha val="54000"/>
                  </a:schemeClr>
                </a:solidFill>
              </a:rPr>
              <a:t>Text box styles now keep fill and outline.</a:t>
            </a:r>
          </a:p>
        </p:txBody>
      </p:sp>
      <p:sp>
        <p:nvSpPr>
          <p:cNvPr id="32" name="Picture Fill Card"/>
          <p:cNvSpPr/>
          <p:nvPr/>
        </p:nvSpPr>
        <p:spPr>
          <a:xfrm>
            <a:off x="685800" y="2514600"/>
            <a:ext cx="3657600" cy="594360"/>
          </a:xfrm>
          <a:prstGeom prst="roundRect">
            <a:avLst/>
          </a:prstGeom>
          <a:blipFill rotWithShape="1">
            <a:blip r:embed="rId2">
              <a:alphaModFix amt="72000"/>
            </a:blip>
            <a:srcRect l="12000" r="6000" t="10000" b="8000"/>
            <a:stretch>
              <a:fillRect/>
            </a:stretch>
          </a:blipFill>
          <a:ln w="19050">
            <a:solidFill>
              <a:schemeClr val="accent6"/>
            </a:solidFill>
          </a:ln>
        </p:spPr>
        <p:txBody>
          <a:bodyPr anchor="ctr"/>
          <a:lstStyle/>
          <a:p>
            <a:pPr algn="ctr"/>
            <a:r>
              <a:rPr sz="1400" b="1">
                <a:solidFill>
                  <a:schemeClr val="lt2"/>
                </a:solidFill>
              </a:rPr>
              <a:t>Picture fill support</a:t>
            </a:r>
          </a:p>
        </p:txBody>
      </p:sp>
      <p:sp>
        <p:nvSpPr>
          <p:cNvPr id="33" name="Pattern Style Chip"/>
          <p:cNvSpPr/>
          <p:nvPr/>
        </p:nvSpPr>
        <p:spPr>
          <a:xfrm>
            <a:off x="4445000" y="2260000"/>
            <a:ext cx="2057400" cy="365760"/>
          </a:xfrm>
          <a:prstGeom prst="roundRect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sz="1300" b="1"/>
              <a:t>Theme pattern fill</a:t>
            </a:r>
          </a:p>
        </p:txBody>
      </p:sp>
      <p:sp>
        <p:nvSpPr>
          <p:cNvPr id="15" name="List Style Note"/>
          <p:cNvSpPr txBox="1"/>
          <p:nvPr/>
        </p:nvSpPr>
        <p:spPr>
          <a:xfrm>
            <a:off x="685800" y="4114800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171450">
              <a:buChar char="•"/>
              <a:defRPr sz="1800" i="1">
                <a:solidFill>
                  <a:schemeClr val="accent3"/>
                </a:solidFill>
              </a:defRPr>
            </a:lvl1pPr>
          </a:lstStyle>
          <a:p>
            <a:pPr lvl="0"/>
            <a:r>
              <a:t>Inherited list style item</a:t>
            </a:r>
          </a:p>
        </p:txBody>
      </p:sp>
      <p:sp>
        <p:nvSpPr>
          <p:cNvPr id="34" name="Pattern Note"/>
          <p:cNvSpPr txBox="1"/>
          <p:nvPr/>
        </p:nvSpPr>
        <p:spPr>
          <a:xfrm>
            <a:off x="685800" y="2057400"/>
            <a:ext cx="3383280" cy="365760"/>
          </a:xfrm>
          <a:prstGeom prst="roundRect">
            <a:avLst/>
          </a:prstGeom>
          <a:pattFill prst="diagCross">
            <a:fgClr>
              <a:schemeClr val="accent6"/>
            </a:fgClr>
            <a:bgClr>
              <a:schemeClr val="lt1">
                <a:alpha val="88000"/>
              </a:schemeClr>
            </a:bgClr>
          </a:pattFill>
          <a:ln w="12700">
            <a:solidFill>
              <a:schemeClr val="accent6"/>
            </a:solidFill>
          </a:ln>
        </p:spPr>
        <p:txBody>
          <a:bodyPr anchor="ctr"/>
          <a:lstStyle/>
          <a:p>
            <a:pPr algn="ctr"/>
            <a:r>
              <a:rPr sz="1300" b="1">
                <a:solidFill>
                  <a:schemeClr val="dk1">
                    <a:alpha val="76000"/>
                  </a:schemeClr>
                </a:solidFill>
                <a:highlight>
                  <a:schemeClr val="accent1">
                    <a:alpha val="26000"/>
                  </a:schemeClr>
                </a:highlight>
              </a:rPr>
              <a:t>Pattern fill note</a:t>
            </a:r>
          </a:p>
        </p:txBody>
      </p:sp>
      <p:sp>
        <p:nvSpPr>
          <p:cNvPr id="38" name="Vertical Label"/>
          <p:cNvSpPr txBox="1"/>
          <p:nvPr/>
        </p:nvSpPr>
        <p:spPr>
          <a:xfrm>
            <a:off x="4160520" y="1943100"/>
            <a:ext cx="411480" cy="1097280"/>
          </a:xfrm>
          <a:prstGeom prst="roundRect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/>
            </a:solidFill>
          </a:ln>
        </p:spPr>
        <p:txBody>
          <a:bodyPr anchor="ctr" vert="vert270"/>
          <a:lstStyle/>
          <a:p>
            <a:pPr algn="ctr"/>
            <a:r>
              <a:rPr sz="1300" b="1">
                <a:solidFill>
                  <a:schemeClr val="accent1"/>
                </a:solidFill>
              </a:rPr>
              <a:t>Vertical label</a:t>
            </a:r>
          </a:p>
        </p:txBody>
      </p:sp>
      <p:sp>
        <p:nvSpPr>
          <p:cNvPr id="16" name="Flow Arrow"/>
          <p:cNvSpPr/>
          <p:nvPr/>
        </p:nvSpPr>
        <p:spPr>
          <a:xfrm>
            <a:off x="4800600" y="3520440"/>
            <a:ext cx="2514600" cy="548640"/>
          </a:xfrm>
          <a:prstGeom prst="rightArrow">
            <a:avLst>
              <a:gd name="adj1" fmla="val 52000"/>
              <a:gd name="adj2" fmla="val 42000"/>
            </a:avLst>
          </a:prstGeom>
          <a:solidFill>
            <a:schemeClr val="accent1">
              <a:tint val="40000"/>
            </a:schemeClr>
          </a:solidFill>
          <a:ln w="19050" cap="sq">
            <a:solidFill>
              <a:schemeClr val="accent1"/>
            </a:solidFill>
            <a:bevel/>
          </a:ln>
        </p:spPr>
      </p:sp>
      <p:sp>
        <p:nvSpPr>
          <p:cNvPr id="17" name="Notched Arrow"/>
          <p:cNvSpPr/>
          <p:nvPr/>
        </p:nvSpPr>
        <p:spPr>
          <a:xfrm>
            <a:off x="4800600" y="4183380"/>
            <a:ext cx="2057400" cy="457200"/>
          </a:xfrm>
          <a:prstGeom prst="notchedRightArrow">
            <a:avLst>
              <a:gd name="adj1" fmla="pin 20000 48000 60000"/>
              <a:gd name="adj2" fmla="+- adj1 2000 4000"/>
            </a:avLst>
          </a:prstGeom>
          <a:solidFill>
            <a:schemeClr val="accent2">
              <a:tint val="52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18" name="Home Plate"/>
          <p:cNvSpPr/>
          <p:nvPr/>
        </p:nvSpPr>
        <p:spPr>
          <a:xfrm>
            <a:off x="6972300" y="3985260"/>
            <a:ext cx="731520" cy="731520"/>
          </a:xfrm>
          <a:prstGeom prst="homePlate">
            <a:avLst>
              <a:gd name="adj" fmla="abs -32000"/>
            </a:avLst>
          </a:prstGeom>
          <a:solidFill>
            <a:schemeClr val="accent4">
              <a:tint val="30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19" name="Right Triangle"/>
          <p:cNvSpPr/>
          <p:nvPr/>
        </p:nvSpPr>
        <p:spPr>
          <a:xfrm>
            <a:off x="7837800" y="3985260"/>
            <a:ext cx="822960" cy="731520"/>
          </a:xfrm>
          <a:prstGeom prst="rtTriangle">
            <a:avLst/>
          </a:prstGeom>
          <a:solidFill>
            <a:schemeClr val="accent3">
              <a:tint val="38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20" name="Process Cloud"/>
          <p:cNvSpPr/>
          <p:nvPr/>
        </p:nvSpPr>
        <p:spPr>
          <a:xfrm>
            <a:off x="4800600" y="4625340"/>
            <a:ext cx="1463040" cy="420624"/>
          </a:xfrm>
          <a:prstGeom prst="cloud">
            <a:avLst/>
          </a:prstGeom>
          <a:gradFill rotWithShape="1">
            <a:gsLst>
              <a:gs pos="0">
                <a:schemeClr val="accent5"/>
              </a:gs>
              <a:gs pos="100000">
                <a:schemeClr val="accent6"/>
              </a:gs>
            </a:gsLst>
            <a:lin ang="2700000" scaled="1"/>
          </a:gradFill>
          <a:ln w="19050">
            <a:solidFill>
              <a:schemeClr val="accent5"/>
            </a:solidFill>
          </a:ln>
        </p:spPr>
      </p:sp>
      <p:sp>
        <p:nvSpPr>
          <p:cNvPr id="21" name="Data Cube"/>
          <p:cNvSpPr/>
          <p:nvPr/>
        </p:nvSpPr>
        <p:spPr>
          <a:xfrm>
            <a:off x="6469380" y="4511040"/>
            <a:ext cx="960120" cy="548640"/>
          </a:xfrm>
          <a:prstGeom prst="cube">
            <a:avLst/>
          </a:prstGeom>
          <a:solidFill>
            <a:schemeClr val="accent6">
              <a:tint val="35000"/>
            </a:schemeClr>
          </a:solidFill>
          <a:ln w="19050">
            <a:solidFill>
              <a:schemeClr val="accent6"/>
            </a:solidFill>
          </a:ln>
        </p:spPr>
      </p:sp>
      <p:sp>
        <p:nvSpPr>
          <p:cNvPr id="36" name="Star Badge"/>
          <p:cNvSpPr/>
          <p:nvPr/>
        </p:nvSpPr>
        <p:spPr>
          <a:xfrm>
            <a:off x="7917180" y="4526280"/>
            <a:ext cx="731520" cy="731520"/>
          </a:xfrm>
          <a:prstGeom prst="star5">
            <a:avLst>
              <a:gd name="adj" fmla="cos 22000 0"/>
            </a:avLst>
          </a:prstGeom>
          <a:solidFill>
            <a:schemeClr val="accent1">
              <a:tint val="35000"/>
            </a:schemeClr>
          </a:solidFill>
          <a:ln w="19050">
            <a:solidFill>
              <a:schemeClr val="accent1"/>
            </a:solidFill>
          </a:ln>
        </p:spPr>
      </p:sp>
      <p:sp>
        <p:nvSpPr>
          <p:cNvPr id="37" name="Octagon Chip"/>
          <p:cNvSpPr/>
          <p:nvPr/>
        </p:nvSpPr>
        <p:spPr>
          <a:xfrm>
            <a:off x="7086600" y="3764280"/>
            <a:ext cx="822960" cy="640080"/>
          </a:xfrm>
          <a:prstGeom prst="octagon">
            <a:avLst>
              <a:gd name="adj" fmla="*/ 13000 4 2"/>
            </a:avLst>
          </a:prstGeom>
          <a:solidFill>
            <a:schemeClr val="accent6">
              <a:tint val="40000"/>
            </a:schemeClr>
          </a:solidFill>
          <a:ln w="19050">
            <a:solidFill>
              <a:schemeClr val="accent6"/>
            </a:solidFill>
          </a:ln>
        </p:spPr>
      </p:sp>
      <p:sp>
        <p:nvSpPr>
          <p:cNvPr id="39" name="Plaque Banner"/>
          <p:cNvSpPr/>
          <p:nvPr/>
        </p:nvSpPr>
        <p:spPr>
          <a:xfrm>
            <a:off x="5486400" y="5181600"/>
            <a:ext cx="1325880" cy="365760"/>
          </a:xfrm>
          <a:prstGeom prst="plaque">
            <a:avLst/>
          </a:prstGeom>
          <a:solidFill>
            <a:schemeClr val="accent2">
              <a:tint val="42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40" name="Can Pillar"/>
          <p:cNvSpPr/>
          <p:nvPr/>
        </p:nvSpPr>
        <p:spPr>
          <a:xfrm>
            <a:off x="6860520" y="5135880"/>
            <a:ext cx="685800" cy="411480"/>
          </a:xfrm>
          <a:prstGeom prst="can">
            <a:avLst/>
          </a:prstGeom>
          <a:solidFill>
            <a:schemeClr val="accent3">
              <a:tint val="46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41" name="Frame Focus"/>
          <p:cNvSpPr/>
          <p:nvPr/>
        </p:nvSpPr>
        <p:spPr>
          <a:xfrm>
            <a:off x="8394720" y="3893820"/>
            <a:ext cx="548640" cy="548640"/>
          </a:xfrm>
          <a:prstGeom prst="frame">
            <a:avLst>
              <a:gd name="adj1" fmla="?: 1 28000 12000"/>
            </a:avLst>
          </a:prstGeom>
          <a:solidFill>
            <a:schemeClr val="accent4">
              <a:tint val="36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42" name="Pie Slice"/>
          <p:cNvSpPr/>
          <p:nvPr/>
        </p:nvSpPr>
        <p:spPr>
          <a:xfrm>
            <a:off x="8229600" y="4625340"/>
            <a:ext cx="640080" cy="640080"/>
          </a:xfrm>
          <a:prstGeom prst="pie">
            <a:avLst>
              <a:gd name="adj1" fmla="*/ 8100000 4 2"/>
              <a:gd name="adj2" fmla="+/ 2400000 1200000 3"/>
            </a:avLst>
          </a:prstGeom>
          <a:solidFill>
            <a:schemeClr val="accent1">
              <a:tint val="32000"/>
            </a:schemeClr>
          </a:solidFill>
          <a:ln w="19050">
            <a:solidFill>
              <a:schemeClr val="accent1"/>
            </a:solidFill>
          </a:ln>
        </p:spPr>
      </p:sp>
      <p:sp>
        <p:nvSpPr>
          <p:cNvPr id="43" name="Chord Slice"/>
          <p:cNvSpPr/>
          <p:nvPr/>
        </p:nvSpPr>
        <p:spPr>
          <a:xfrm>
            <a:off x="7670800" y="3337560"/>
            <a:ext cx="548640" cy="457200"/>
          </a:xfrm>
          <a:prstGeom prst="chord">
            <a:avLst>
              <a:gd name="adj1" fmla="min 0 200000"/>
              <a:gd name="adj2" fmla="max 16200000 5400000"/>
            </a:avLst>
          </a:prstGeom>
          <a:solidFill>
            <a:schemeClr val="accent2">
              <a:tint val="28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44" name="Donut Ring"/>
          <p:cNvSpPr/>
          <p:nvPr/>
        </p:nvSpPr>
        <p:spPr>
          <a:xfrm>
            <a:off x="8305800" y="3291840"/>
            <a:ext cx="548640" cy="548640"/>
          </a:xfrm>
          <a:prstGeom prst="donut">
            <a:avLst>
              <a:gd name="adj" fmla="sqrt 1024000000"/>
            </a:avLst>
          </a:prstGeom>
          <a:solidFill>
            <a:schemeClr val="accent5">
              <a:tint val="30000"/>
            </a:schemeClr>
          </a:solidFill>
          <a:ln w="19050">
            <a:solidFill>
              <a:schemeClr val="accent5"/>
            </a:solidFill>
          </a:ln>
        </p:spPr>
      </p:sp>
      <p:sp>
        <p:nvSpPr>
          <p:cNvPr id="45" name="Arc Sweep"/>
          <p:cNvSpPr/>
          <p:nvPr/>
        </p:nvSpPr>
        <p:spPr>
          <a:xfrm>
            <a:off x="7589520" y="4686300"/>
            <a:ext cx="685800" cy="365760"/>
          </a:xfrm>
          <a:prstGeom prst="arc">
            <a:avLst>
              <a:gd name="adj1" fmla="mod 0 0 16200000"/>
              <a:gd name="adj2" fmla="at2 0 1"/>
            </a:avLst>
          </a:prstGeom>
          <a:noFill/>
          <a:ln w="25400" cap="rnd">
            <a:solidFill>
              <a:schemeClr val="accent6"/>
            </a:solidFill>
            <a:round/>
          </a:ln>
        </p:spPr>
      </p:sp>
      <p:sp>
        <p:nvSpPr>
          <p:cNvPr id="46" name="Circular Loop"/>
          <p:cNvSpPr/>
          <p:nvPr/>
        </p:nvSpPr>
        <p:spPr>
          <a:xfrm>
            <a:off x="7040880" y="3025140"/>
            <a:ext cx="640080" cy="640080"/>
          </a:xfrm>
          <a:prstGeom prst="leftCircularArrow">
            <a:avLst>
              <a:gd name="adj1" fmla="abs -17000"/>
              <a:gd name="adj2" fmla="+- 0 0 3000000"/>
              <a:gd name="adj3" fmla="+- adj2 17400000 0"/>
              <a:gd name="adj4" fmla="+/ 4800000 0 2"/>
              <a:gd name="adj5" fmla="pin 0 5000 20000"/>
            </a:avLst>
          </a:prstGeom>
          <a:solidFill>
            <a:schemeClr val="accent3">
              <a:tint val="26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47" name="Curved Forward Arrow"/>
          <p:cNvSpPr/>
          <p:nvPr/>
        </p:nvSpPr>
        <p:spPr>
          <a:xfrm>
            <a:off x="7589520" y="2834640"/>
            <a:ext cx="1097280" cy="548640"/>
          </a:xfrm>
          <a:prstGeom prst="curvedRightArrow">
            <a:avLst>
              <a:gd name="adj1" fmla="*/ 11000 4 2"/>
              <a:gd name="adj2" fmla="tan 30000 cd8"/>
              <a:gd name="adj3" fmla="cos 32000 0"/>
            </a:avLst>
          </a:prstGeom>
          <a:solidFill>
            <a:schemeClr val="accent4">
              <a:tint val="33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48" name="Smiley Marker"/>
          <p:cNvSpPr/>
          <p:nvPr/>
        </p:nvSpPr>
        <p:spPr>
          <a:xfrm>
            <a:off x="8493120" y="2712720"/>
            <a:ext cx="548640" cy="548640"/>
          </a:xfrm>
          <a:prstGeom prst="smileyFace">
            <a:avLst>
              <a:gd name="adj" fmla="cat2 5000 3 4"/>
            </a:avLst>
          </a:prstGeom>
          <a:solidFill>
            <a:schemeClr val="accent4">
              <a:tint val="45000"/>
            </a:schemeClr>
          </a:solidFill>
          <a:ln w="19050">
            <a:solidFill>
              <a:schemeClr val="tx1"/>
            </a:solidFill>
          </a:ln>
        </p:spPr>
      </p:sp>
      <p:sp>
        <p:nvSpPr>
          <p:cNvPr id="35" name="Bevel Panel"/>
          <p:cNvSpPr/>
          <p:nvPr/>
        </p:nvSpPr>
        <p:spPr>
          <a:xfrm>
            <a:off x="7574280" y="4739640"/>
            <a:ext cx="1143000" cy="434340"/>
          </a:xfrm>
          <a:prstGeom prst="bevel">
            <a:avLst>
              <a:gd name="adj" fmla="sat2 30000 3 4"/>
            </a:avLst>
          </a:prstGeom>
          <a:solidFill>
            <a:schemeClr val="accent5">
              <a:tint val="45000"/>
            </a:schemeClr>
          </a:solidFill>
          <a:ln w="19050">
            <a:solidFill>
              <a:schemeClr val="accent5"/>
            </a:solidFill>
          </a:ln>
        </p:spPr>
      </p:sp>
      <p:sp>
        <p:nvSpPr>
          <p:cNvPr id="49" name="Chevron Tag"/>
          <p:cNvSpPr/>
          <p:nvPr/>
        </p:nvSpPr>
        <p:spPr>
          <a:xfrm>
            <a:off x="6134100" y="5646420"/>
            <a:ext cx="1417320" cy="365760"/>
          </a:xfrm>
          <a:prstGeom prst="chevron">
            <a:avLst>
              <a:gd name="adj" fmla="max 20000 30000"/>
            </a:avLst>
          </a:prstGeom>
          <a:solidFill>
            <a:schemeClr val="accent6">
              <a:tint val="30000"/>
            </a:schemeClr>
          </a:solidFill>
          <a:ln w="19050">
            <a:solidFill>
              <a:schemeClr val="accent6"/>
            </a:solidFill>
          </a:ln>
        </p:spPr>
      </p:sp>
      <p:sp>
        <p:nvSpPr>
          <p:cNvPr id="50" name="Skew Panel"/>
          <p:cNvSpPr/>
          <p:nvPr/>
        </p:nvSpPr>
        <p:spPr>
          <a:xfrm>
            <a:off x="4800600" y="5631180"/>
            <a:ext cx="960120" cy="365760"/>
          </a:xfrm>
          <a:prstGeom prst="parallelogram">
            <a:avLst>
              <a:gd name="adj" fmla="min 32000 50000"/>
            </a:avLst>
          </a:prstGeom>
          <a:solidFill>
            <a:schemeClr val="accent3">
              <a:tint val="34000"/>
            </a:schemeClr>
          </a:solidFill>
          <a:ln w="19050">
            <a:solidFill>
              <a:schemeClr val="accent3"/>
            </a:solidFill>
          </a:ln>
        </p:spPr>
      </p:sp>
      <p:sp>
        <p:nvSpPr>
          <p:cNvPr id="51" name="Process Trapezoid"/>
          <p:cNvSpPr/>
          <p:nvPr/>
        </p:nvSpPr>
        <p:spPr>
          <a:xfrm>
            <a:off x="7660800" y="5585460"/>
            <a:ext cx="685800" cy="411480"/>
          </a:xfrm>
          <a:prstGeom prst="trapezoid">
            <a:avLst>
              <a:gd name="adj" fmla="?: 0 12000 22000"/>
            </a:avLst>
          </a:prstGeom>
          <a:solidFill>
            <a:schemeClr val="accent2">
              <a:tint val="28000"/>
            </a:schemeClr>
          </a:solidFill>
          <a:ln w="19050">
            <a:solidFill>
              <a:schemeClr val="accent2"/>
            </a:solidFill>
          </a:ln>
        </p:spPr>
      </p:sp>
      <p:sp>
        <p:nvSpPr>
          <p:cNvPr id="52" name="Hex Node"/>
          <p:cNvSpPr/>
          <p:nvPr/>
        </p:nvSpPr>
        <p:spPr>
          <a:xfrm>
            <a:off x="8412480" y="5570220"/>
            <a:ext cx="548640" cy="457200"/>
          </a:xfrm>
          <a:prstGeom prst="hexagon">
            <a:avLst>
              <a:gd name="adj" fmla="tan 28000 cd8"/>
            </a:avLst>
          </a:prstGeom>
          <a:solidFill>
            <a:schemeClr val="accent1">
              <a:tint val="36000"/>
            </a:schemeClr>
          </a:solidFill>
          <a:ln w="19050">
            <a:solidFill>
              <a:schemeClr val="accent1"/>
            </a:solidFill>
          </a:ln>
        </p:spPr>
      </p:sp>
      <p:sp>
        <p:nvSpPr>
          <p:cNvPr id="53" name="Signal Triangle"/>
          <p:cNvSpPr/>
          <p:nvPr/>
        </p:nvSpPr>
        <p:spPr>
          <a:xfrm>
            <a:off x="5394960" y="6035040"/>
            <a:ext cx="640080" cy="457200"/>
          </a:xfrm>
          <a:prstGeom prst="triangle">
            <a:avLst>
              <a:gd name="adj" fmla="sin 42000 cd4"/>
            </a:avLst>
          </a:prstGeom>
          <a:solidFill>
            <a:schemeClr val="accent4">
              <a:tint val="42000"/>
            </a:schemeClr>
          </a:solidFill>
          <a:ln w="19050">
            <a:solidFill>
              <a:schemeClr val="accent4"/>
            </a:solidFill>
          </a:ln>
        </p:spPr>
      </p:sp>
      <p:sp>
        <p:nvSpPr>
          <p:cNvPr id="54" name="Plan Pentagon"/>
          <p:cNvSpPr/>
          <p:nvPr/>
        </p:nvSpPr>
        <p:spPr>
          <a:xfrm>
            <a:off x="6217920" y="5989320"/>
            <a:ext cx="640080" cy="548640"/>
          </a:xfrm>
          <a:prstGeom prst="pentagon">
            <a:avLst/>
          </a:prstGeom>
          <a:solidFill>
            <a:schemeClr val="accent5">
              <a:tint val="38000"/>
            </a:schemeClr>
          </a:solidFill>
          <a:ln w="19050">
            <a:solidFill>
              <a:schemeClr val="accent5"/>
            </a:solidFill>
          </a:ln>
        </p:spPr>
      </p:sp>
      <p:sp>
        <p:nvSpPr>
          <p:cNvPr id="55" name="Decision Diamond"/>
          <p:cNvSpPr/>
          <p:nvPr/>
        </p:nvSpPr>
        <p:spPr>
          <a:xfrm>
            <a:off x="7056120" y="6050280"/>
            <a:ext cx="548640" cy="365760"/>
          </a:xfrm>
          <a:prstGeom prst="diamond">
            <a:avLst/>
          </a:prstGeom>
          <a:solidFill>
            <a:schemeClr val="accent2">
              <a:tint val="36000"/>
            </a:schemeClr>
          </a:solidFill>
          <a:ln w="19050">
            <a:solidFill>
              <a:schemeClr val="accent2"/>
            </a:solidFill>
          </a:ln>
        </p:spPr>
      </p:sp>
      <p:grpSp>
        <p:nvGrpSpPr>
          <p:cNvPr id="56" name="Mirrored Group"/>
          <p:cNvGrpSpPr/>
          <p:nvPr/>
        </p:nvGrpSpPr>
        <p:grpSpPr>
          <a:xfrm flipH="1">
            <a:off x="6858000" y="914400"/>
            <a:ext cx="1828800" cy="914400"/>
          </a:xfrm>
        </p:grpSpPr>
        <p:sp>
          <p:nvSpPr>
            <p:cNvPr id="57" name="Mirrored Arrow"/>
            <p:cNvSpPr/>
            <p:nvPr/>
          </p:nvSpPr>
          <p:spPr>
            <a:xfrm>
              <a:off x="0" y="228600"/>
              <a:ext cx="914400" cy="457200"/>
            </a:xfrm>
            <a:prstGeom prst="rightArrow">
              <a:avLst/>
            </a:prstGeom>
            <a:solidFill>
              <a:schemeClr val="accent1">
                <a:tint val="38000"/>
              </a:schemeClr>
            </a:solidFill>
            <a:ln w="19050">
              <a:solidFill>
                <a:schemeClr val="accent1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review Theme">
  <a:themeElements>
    <a:clrScheme name="Preview Scheme">
      <a:dk1>
        <a:srgbClr val="122033"/>
      </a:dk1>
      <a:lt1>
        <a:srgbClr val="F6F8FB"/>
      </a:lt1>
      <a:dk2>
        <a:srgbClr val="20324A"/>
      </a:dk2>
      <a:lt2>
        <a:srgbClr val="FFFFFF"/>
      </a:lt2>
      <a:accent1>
        <a:srgbClr val="2F6BFF"/>
      </a:accent1>
      <a:accent2>
        <a:srgbClr val="FF7A59"/>
      </a:accent2>
      <a:accent3>
        <a:srgbClr val="2ABF88"/>
      </a:accent3>
      <a:accent4>
        <a:srgbClr val="FFB020"/>
      </a:accent4>
      <a:accent5>
        <a:srgbClr val="8A63D2"/>
      </a:accent5>
      <a:accent6>
        <a:srgbClr val="25A7C5"/>
      </a:accent6>
      <a:hlink>
        <a:srgbClr val="2F6BFF"/>
      </a:hlink>
      <a:folHlink>
        <a:srgbClr val="8A63D2"/>
      </a:folHlink>
    </a:clrScheme>
    <a:fontScheme name="Preview Fonts">
      <a:majorFont>
        <a:latin typeface="Aptos"/>
        <a:font script="Hans" typeface="等线 Light"/>
        <a:font script="Jpan" typeface="Yu Gothic"/>
        <a:font script="Hang" typeface="Malgun Gothic"/>
      </a:majorFont>
      <a:minorFont>
        <a:latin typeface="Calibri"/>
        <a:font script="Hans" typeface="等线"/>
        <a:font script="Jpan" typeface="Yu Gothic"/>
        <a:font script="Hang" typeface="Malgun Gothic"/>
      </a:minorFont>
    </a:fontScheme>
    <a:fmtScheme name="Preview Forma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</a:schemeClr>
            </a:gs>
            <a:gs pos="100000">
              <a:schemeClr val="phClr"/>
            </a:gs>
          </a:gsLst>
          <a:lin ang="0" scaled="1"/>
        </a:gradFill>
        <a:pattFill prst="diagCross">
          <a:fgClr>
            <a:schemeClr val="phClr"/>
          </a:fgClr>
          <a:bgClr>
            <a:schemeClr val="lt1">
              <a:alpha val="82000"/>
            </a:schemeClr>
          </a:bgClr>
        </a:pattFill>
      </a:fillStyleLst>
      <a:lnStyleLst>
        <a:ln w="12700" cap="rnd">
          <a:solidFill>
            <a:schemeClr val="phClr"/>
          </a:solidFill>
          <a:round/>
        </a:ln>
        <a:ln w="19050" cap="sq">
          <a:solidFill>
            <a:schemeClr val="phClr">
              <a:shade val="75000"/>
            </a:schemeClr>
          </a:solidFill>
          <a:bevel/>
        </a:ln>
        <a:ln w="28575">
          <a:solidFill>
            <a:schemeClr val="phClr"/>
          </a:solidFill>
        </a:ln>
      </a:lnStyleLst>
      <a:bgFillStyleLst>
        <a:solidFill>
          <a:schemeClr val="phClr"/>
        </a:solidFill>
        <a:solidFill>
          <a:schemeClr val="phClr">
            <a:shade val="90000"/>
          </a:schemeClr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/>
            </a:gs>
          </a:gsLst>
          <a:lin ang="5400000" scaled="1"/>
        </a:gradFill>
      </a:bgFillStyleLst>
      <a:effectStyleLst>
        <a:effectStyle>
          <a:effectLst>
            <a:outerShdw blurRad="76200" dist="50800" dir="2700000" rotWithShape="0">
              <a:schemeClr val="phClr">
                <a:alpha val="36000"/>
              </a:schemeClr>
            </a:outerShdw>
          </a:effectLst>
        </a:effectStyle>
        <a:effectStyle>
          <a:effectLst>
            <a:outerShdw blurRad="63500" dist="38100" dir="5400000" rotWithShape="0">
              <a:schemeClr val="phClr">
                <a:alpha val="24000"/>
              </a:schemeClr>
            </a:outerShdw>
          </a:effectLst>
        </a:effectStyle>
        <a:effectStyle>
          <a:effectLst>
            <a:outerShdw blurRad="50800" dist="25400" dir="0" rotWithShape="0">
              <a:schemeClr val="phClr">
                <a:alpha val="18000"/>
              </a:schemeClr>
            </a:outerShdw>
          </a:effectLst>
        </a:effectStyle>
      </a:effect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Previewer Fixture</dc:title>
  <dc:creator>OpenAI Codex</dc:creator>
</cp:coreProperties>
</file>