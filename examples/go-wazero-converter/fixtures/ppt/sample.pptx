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rPr b="1"/>
              <a:t>Fixture PPTX presentation slide</a:t>
            </a:r>
          </a:p>
          <a:p>
            <a:r>
              <a:t>Unicode 中文, 50%, and &lt;&gt;&amp;.</a:t>
            </a:r>
          </a:p>
          <a:p>
            <a:r>
              <a:t>Second bullet with enough text to exercise wrapping.</a:t>
            </a:r>
          </a:p>
        </p:txBody>
      </p:sp>
      <p:sp>
        <p:txBody>
          <a:bodyPr/>
          <a:lstStyle/>
          <a:p>
            <a:r>
              <a:t>Footer: 2026-08-03</a:t>
            </a:r>
          </a:p>
        </p:txBody>
      </p:sp>
    </p:spTree>
  </p:cSld>
</p:sld>
</file>