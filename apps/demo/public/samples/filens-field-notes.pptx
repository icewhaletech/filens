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  <Default Extension="jpg" ContentType="image/jpeg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</p:sldIdLst>
  <p:sldSz cx="9144000" cy="51435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AndContent" preserve="1">
  <p:cSld name="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?><Relationships xmlns="http://schemas.openxmlformats.org/package/2006/relationships"><Relationship Id="rId1" Type="http://schemas.openxmlformats.org/officeDocument/2006/relationships/slideLayout" Target="../slideLayouts/slideLayout1.xml"/><Relationship Id="rIdPhoto" Type="http://schemas.openxmlformats.org/officeDocument/2006/relationships/image" Target="../media/alpine-lake.jpg"/></Relationships>
</file>

<file path=ppt/slides/_rels/slide2.xml.rels><?xml version="1.0"?><Relationships xmlns="http://schemas.openxmlformats.org/package/2006/relationships"><Relationship Id="rId1" Type="http://schemas.openxmlformats.org/officeDocument/2006/relationships/slideLayout" Target="../slideLayouts/slideLayout1.xml"/><Relationship Id="rIdPhoto" Type="http://schemas.openxmlformats.org/officeDocument/2006/relationships/image" Target="../media/alpine-lake.jpg"/></Relationships>
</file>

<file path=ppt/slides/_rels/slide3.xml.rels><?xml version="1.0"?><Relationships xmlns="http://schemas.openxmlformats.org/package/2006/relationships"><Relationship Id="rId1" Type="http://schemas.openxmlformats.org/officeDocument/2006/relationships/slideLayout" Target="../slideLayouts/slideLayout1.xml"/><Relationship Id="rIdPhoto" Type="http://schemas.openxmlformats.org/officeDocument/2006/relationships/image" Target="../media/alpine-lake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F46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lpine lake photograph"/>
          <p:cNvPicPr/>
          <p:nvPr/>
        </p:nvPicPr>
        <p:blipFill>
          <a:blip r:embed="rIdPhoto"/>
          <a:srcRect l="14000" r="14000"/>
          <a:stretch>
            <a:fillRect/>
          </a:stretch>
        </p:blipFill>
        <p:spPr>
          <a:xfrm>
            <a:off x="3459480" y="0"/>
            <a:ext cx="5684520" cy="5143500"/>
          </a:xfrm>
          <a:prstGeom prst="rect">
            <a:avLst/>
          </a:prstGeom>
        </p:spPr>
      </p:pic>
      <p:sp>
        <p:nvSpPr>
          <p:cNvPr id="3" name="Text 3"/>
          <p:cNvSpPr txBox="1"/>
          <p:nvPr/>
        </p:nvSpPr>
        <p:spPr>
          <a:xfrm>
            <a:off x="365760" y="358140"/>
            <a:ext cx="28194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75" b="0">
                <a:solidFill>
                  <a:srgbClr val="C8E7A1"/>
                </a:solidFill>
                <a:latin typeface="Arial"/>
              </a:rPr>
              <a:t>THE EVERYDAY EXPLORER / VOL. 01</a:t>
            </a:r>
            <a:endParaRPr/>
          </a:p>
        </p:txBody>
      </p:sp>
      <p:sp>
        <p:nvSpPr>
          <p:cNvPr id="4" name="Text 4"/>
          <p:cNvSpPr txBox="1"/>
          <p:nvPr/>
        </p:nvSpPr>
        <p:spPr>
          <a:xfrm>
            <a:off x="327660" y="1295400"/>
            <a:ext cx="3200400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6600" b="1">
                <a:solidFill>
                  <a:srgbClr val="F4F5E9"/>
                </a:solidFill>
                <a:latin typeface="Arial"/>
              </a:rPr>
              <a:t>FIELD</a:t>
            </a:r>
            <a:endParaRPr/>
          </a:p>
        </p:txBody>
      </p:sp>
      <p:sp>
        <p:nvSpPr>
          <p:cNvPr id="5" name="Text 5"/>
          <p:cNvSpPr txBox="1"/>
          <p:nvPr/>
        </p:nvSpPr>
        <p:spPr>
          <a:xfrm>
            <a:off x="327660" y="2019300"/>
            <a:ext cx="3200400" cy="838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6600" b="1">
                <a:solidFill>
                  <a:srgbClr val="F4F5E9"/>
                </a:solidFill>
                <a:latin typeface="Arial"/>
              </a:rPr>
              <a:t>NOTES.</a:t>
            </a:r>
            <a:endParaRPr/>
          </a:p>
        </p:txBody>
      </p:sp>
      <p:sp>
        <p:nvSpPr>
          <p:cNvPr id="6" name="Shape 6"/>
          <p:cNvSpPr/>
          <p:nvPr/>
        </p:nvSpPr>
        <p:spPr>
          <a:xfrm>
            <a:off x="365760" y="3048000"/>
            <a:ext cx="381000" cy="22860"/>
          </a:xfrm>
          <a:prstGeom prst="rect">
            <a:avLst/>
          </a:prstGeom>
          <a:solidFill>
            <a:srgbClr val="C8E7A1"/>
          </a:solidFill>
          <a:ln>
            <a:noFill/>
          </a:ln>
        </p:spPr>
      </p:sp>
      <p:sp>
        <p:nvSpPr>
          <p:cNvPr id="7" name="Text 7"/>
          <p:cNvSpPr txBox="1"/>
          <p:nvPr/>
        </p:nvSpPr>
        <p:spPr>
          <a:xfrm>
            <a:off x="365760" y="3253740"/>
            <a:ext cx="2819400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350" b="0">
                <a:solidFill>
                  <a:srgbClr val="C6D1BB"/>
                </a:solidFill>
                <a:latin typeface="Arial"/>
              </a:rPr>
              <a:t>A little closer to the outside.</a:t>
            </a:r>
            <a:endParaRPr/>
          </a:p>
        </p:txBody>
      </p:sp>
      <p:sp>
        <p:nvSpPr>
          <p:cNvPr id="8" name="Text 8"/>
          <p:cNvSpPr txBox="1"/>
          <p:nvPr/>
        </p:nvSpPr>
        <p:spPr>
          <a:xfrm>
            <a:off x="365760" y="4533900"/>
            <a:ext cx="28194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825" b="0">
                <a:solidFill>
                  <a:srgbClr val="C8E7A1"/>
                </a:solidFill>
                <a:latin typeface="Arial"/>
              </a:rPr>
              <a:t>FIND A DIFFERENT PERSPECTIVE.</a:t>
            </a:r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365760" y="4762500"/>
            <a:ext cx="28194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825" b="0">
                <a:solidFill>
                  <a:srgbClr val="95AD87"/>
                </a:solidFill>
                <a:latin typeface="Arial"/>
              </a:rPr>
              <a:t>filens / 01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10"/>
          <p:cNvSpPr txBox="1"/>
          <p:nvPr/>
        </p:nvSpPr>
        <p:spPr>
          <a:xfrm>
            <a:off x="381000" y="342900"/>
            <a:ext cx="8229600" cy="571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304A32"/>
                </a:solidFill>
                <a:latin typeface="Arial"/>
              </a:rPr>
              <a:t>A little perspective.</a:t>
            </a:r>
            <a:endParaRPr/>
          </a:p>
        </p:txBody>
      </p:sp>
      <p:pic>
        <p:nvPicPr>
          <p:cNvPr id="11" name="Alpine lake photograph"/>
          <p:cNvPicPr/>
          <p:nvPr/>
        </p:nvPicPr>
        <p:blipFill>
          <a:blip r:embed="rIdPhoto"/>
          <a:srcRect l="14000" r="14000"/>
          <a:stretch>
            <a:fillRect/>
          </a:stretch>
        </p:blipFill>
        <p:spPr>
          <a:xfrm>
            <a:off x="381000" y="1143000"/>
            <a:ext cx="4648200" cy="3505200"/>
          </a:xfrm>
          <a:prstGeom prst="rect">
            <a:avLst/>
          </a:prstGeom>
        </p:spPr>
      </p:pic>
      <p:sp>
        <p:nvSpPr>
          <p:cNvPr id="12" name="Text 12"/>
          <p:cNvSpPr txBox="1"/>
          <p:nvPr/>
        </p:nvSpPr>
        <p:spPr>
          <a:xfrm>
            <a:off x="5486400" y="1447800"/>
            <a:ext cx="32766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0">
                <a:solidFill>
                  <a:srgbClr val="8B9D75"/>
                </a:solidFill>
                <a:latin typeface="Arial"/>
              </a:rPr>
              <a:t>SLOW DOWN.</a:t>
            </a:r>
            <a:endParaRPr/>
          </a:p>
        </p:txBody>
      </p:sp>
      <p:sp>
        <p:nvSpPr>
          <p:cNvPr id="13" name="Text 13"/>
          <p:cNvSpPr txBox="1"/>
          <p:nvPr/>
        </p:nvSpPr>
        <p:spPr>
          <a:xfrm>
            <a:off x="5486400" y="1790700"/>
            <a:ext cx="3276600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325" b="1">
                <a:solidFill>
                  <a:srgbClr val="304A32"/>
                </a:solidFill>
                <a:latin typeface="Arial"/>
              </a:rPr>
              <a:t>Look a little closer.</a:t>
            </a:r>
            <a:endParaRPr/>
          </a:p>
        </p:txBody>
      </p:sp>
      <p:sp>
        <p:nvSpPr>
          <p:cNvPr id="14" name="Text 14"/>
          <p:cNvSpPr txBox="1"/>
          <p:nvPr/>
        </p:nvSpPr>
        <p:spPr>
          <a:xfrm>
            <a:off x="5486400" y="2362200"/>
            <a:ext cx="32766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350" b="0">
                <a:solidFill>
                  <a:srgbClr val="78826C"/>
                </a:solidFill>
                <a:latin typeface="Arial"/>
              </a:rPr>
              <a:t>Good things are waiting outside.</a:t>
            </a:r>
            <a:endParaRPr/>
          </a:p>
        </p:txBody>
      </p:sp>
      <p:sp>
        <p:nvSpPr>
          <p:cNvPr id="15" name="Text 15"/>
          <p:cNvSpPr txBox="1"/>
          <p:nvPr/>
        </p:nvSpPr>
        <p:spPr>
          <a:xfrm>
            <a:off x="5486400" y="2667000"/>
            <a:ext cx="32766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350" b="0">
                <a:solidFill>
                  <a:srgbClr val="78826C"/>
                </a:solidFill>
                <a:latin typeface="Arial"/>
              </a:rPr>
              <a:t>A trail. A lake. A new point of view.</a:t>
            </a:r>
            <a:endParaRPr/>
          </a:p>
        </p:txBody>
      </p:sp>
      <p:sp>
        <p:nvSpPr>
          <p:cNvPr id="16" name="Shape 16"/>
          <p:cNvSpPr/>
          <p:nvPr/>
        </p:nvSpPr>
        <p:spPr>
          <a:xfrm>
            <a:off x="5486400" y="3429000"/>
            <a:ext cx="2667000" cy="15240"/>
          </a:xfrm>
          <a:prstGeom prst="rect">
            <a:avLst/>
          </a:prstGeom>
          <a:solidFill>
            <a:srgbClr val="D9E0CE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486400" y="3657600"/>
            <a:ext cx="32766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00" b="0">
                <a:solidFill>
                  <a:srgbClr val="8B9D75"/>
                </a:solidFill>
                <a:latin typeface="Arial"/>
              </a:rPr>
              <a:t>MORE TO SEE. MORE TO DISCOVER.</a:t>
            </a:r>
            <a:endParaRPr/>
          </a:p>
        </p:txBody>
      </p:sp>
      <p:sp>
        <p:nvSpPr>
          <p:cNvPr id="18" name="Text 18"/>
          <p:cNvSpPr txBox="1"/>
          <p:nvPr/>
        </p:nvSpPr>
        <p:spPr>
          <a:xfrm>
            <a:off x="381000" y="4846320"/>
            <a:ext cx="381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825" b="0">
                <a:solidFill>
                  <a:srgbClr val="8B9D75"/>
                </a:solidFill>
                <a:latin typeface="Arial"/>
              </a:rPr>
              <a:t>FIELD NOTES / 02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19"/>
          <p:cNvSpPr txBox="1"/>
          <p:nvPr/>
        </p:nvSpPr>
        <p:spPr>
          <a:xfrm>
            <a:off x="381000" y="342900"/>
            <a:ext cx="838200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304A32"/>
                </a:solidFill>
                <a:latin typeface="Arial"/>
              </a:rPr>
              <a:t>Room to explore.</a:t>
            </a:r>
            <a:endParaRPr/>
          </a:p>
        </p:txBody>
      </p:sp>
      <p:sp>
        <p:nvSpPr>
          <p:cNvPr id="20" name="Text 20"/>
          <p:cNvSpPr txBox="1"/>
          <p:nvPr/>
        </p:nvSpPr>
        <p:spPr>
          <a:xfrm>
            <a:off x="381000" y="1066800"/>
            <a:ext cx="838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0">
                <a:solidFill>
                  <a:srgbClr val="879873"/>
                </a:solidFill>
                <a:latin typeface="Arial"/>
              </a:rPr>
              <a:t>A SAMPLE JOURNEY / SMALL MOMENTS, DIFFERENT VIEWS</a:t>
            </a:r>
            <a:endParaRPr/>
          </a:p>
        </p:txBody>
      </p:sp>
      <p:sp>
        <p:nvSpPr>
          <p:cNvPr id="21" name="Shape 21"/>
          <p:cNvSpPr/>
          <p:nvPr/>
        </p:nvSpPr>
        <p:spPr>
          <a:xfrm>
            <a:off x="457200" y="1828800"/>
            <a:ext cx="2438400" cy="2514600"/>
          </a:xfrm>
          <a:prstGeom prst="rect">
            <a:avLst/>
          </a:prstGeom>
          <a:solidFill>
            <a:srgbClr val="E3EBD7"/>
          </a:solidFill>
          <a:ln>
            <a:noFill/>
          </a:ln>
        </p:spPr>
      </p:sp>
      <p:sp>
        <p:nvSpPr>
          <p:cNvPr id="22" name="Shape 22"/>
          <p:cNvSpPr/>
          <p:nvPr/>
        </p:nvSpPr>
        <p:spPr>
          <a:xfrm>
            <a:off x="3352800" y="1828800"/>
            <a:ext cx="2438400" cy="2514600"/>
          </a:xfrm>
          <a:prstGeom prst="rect">
            <a:avLst/>
          </a:prstGeom>
          <a:solidFill>
            <a:srgbClr val="EBDCCB"/>
          </a:solidFill>
          <a:ln>
            <a:noFill/>
          </a:ln>
        </p:spPr>
      </p:sp>
      <p:sp>
        <p:nvSpPr>
          <p:cNvPr id="23" name="Shape 23"/>
          <p:cNvSpPr/>
          <p:nvPr/>
        </p:nvSpPr>
        <p:spPr>
          <a:xfrm>
            <a:off x="6248400" y="1828800"/>
            <a:ext cx="2438400" cy="2514600"/>
          </a:xfrm>
          <a:prstGeom prst="rect">
            <a:avLst/>
          </a:prstGeom>
          <a:solidFill>
            <a:srgbClr val="DFE6D9"/>
          </a:solidFill>
          <a:ln>
            <a:noFill/>
          </a:ln>
        </p:spPr>
      </p:sp>
      <p:sp>
        <p:nvSpPr>
          <p:cNvPr id="24" name="Text 24"/>
          <p:cNvSpPr txBox="1"/>
          <p:nvPr/>
        </p:nvSpPr>
        <p:spPr>
          <a:xfrm>
            <a:off x="647700" y="2057400"/>
            <a:ext cx="2057400" cy="838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6375" b="1">
                <a:solidFill>
                  <a:srgbClr val="496A40"/>
                </a:solidFill>
                <a:latin typeface="Arial"/>
              </a:rPr>
              <a:t>03</a:t>
            </a:r>
            <a:endParaRPr/>
          </a:p>
        </p:txBody>
      </p:sp>
      <p:sp>
        <p:nvSpPr>
          <p:cNvPr id="25" name="Text 25"/>
          <p:cNvSpPr txBox="1"/>
          <p:nvPr/>
        </p:nvSpPr>
        <p:spPr>
          <a:xfrm>
            <a:off x="647700" y="3352800"/>
            <a:ext cx="20574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650" b="0">
                <a:solidFill>
                  <a:srgbClr val="496A40"/>
                </a:solidFill>
                <a:latin typeface="Arial"/>
              </a:rPr>
              <a:t>routes to wander</a:t>
            </a:r>
            <a:endParaRPr/>
          </a:p>
        </p:txBody>
      </p:sp>
      <p:sp>
        <p:nvSpPr>
          <p:cNvPr id="26" name="Text 26"/>
          <p:cNvSpPr txBox="1"/>
          <p:nvPr/>
        </p:nvSpPr>
        <p:spPr>
          <a:xfrm>
            <a:off x="3543300" y="2057400"/>
            <a:ext cx="2057400" cy="838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6375" b="1">
                <a:solidFill>
                  <a:srgbClr val="A9744F"/>
                </a:solidFill>
                <a:latin typeface="Arial"/>
              </a:rPr>
              <a:t>12</a:t>
            </a:r>
            <a:endParaRPr/>
          </a:p>
        </p:txBody>
      </p:sp>
      <p:sp>
        <p:nvSpPr>
          <p:cNvPr id="27" name="Text 27"/>
          <p:cNvSpPr txBox="1"/>
          <p:nvPr/>
        </p:nvSpPr>
        <p:spPr>
          <a:xfrm>
            <a:off x="3543300" y="3352800"/>
            <a:ext cx="20574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650" b="0">
                <a:solidFill>
                  <a:srgbClr val="A9744F"/>
                </a:solidFill>
                <a:latin typeface="Arial"/>
              </a:rPr>
              <a:t>moments to keep</a:t>
            </a:r>
            <a:endParaRPr/>
          </a:p>
        </p:txBody>
      </p:sp>
      <p:sp>
        <p:nvSpPr>
          <p:cNvPr id="28" name="Text 28"/>
          <p:cNvSpPr txBox="1"/>
          <p:nvPr/>
        </p:nvSpPr>
        <p:spPr>
          <a:xfrm>
            <a:off x="6438900" y="2057400"/>
            <a:ext cx="2057400" cy="838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6375" b="1">
                <a:solidFill>
                  <a:srgbClr val="496A40"/>
                </a:solidFill>
                <a:latin typeface="Arial"/>
              </a:rPr>
              <a:t>01</a:t>
            </a:r>
            <a:endParaRPr/>
          </a:p>
        </p:txBody>
      </p:sp>
      <p:sp>
        <p:nvSpPr>
          <p:cNvPr id="29" name="Text 29"/>
          <p:cNvSpPr txBox="1"/>
          <p:nvPr/>
        </p:nvSpPr>
        <p:spPr>
          <a:xfrm>
            <a:off x="6438900" y="3352800"/>
            <a:ext cx="20574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650" b="0">
                <a:solidFill>
                  <a:srgbClr val="496A40"/>
                </a:solidFill>
                <a:latin typeface="Arial"/>
              </a:rPr>
              <a:t>fresh perspective</a:t>
            </a:r>
            <a:endParaRPr/>
          </a:p>
        </p:txBody>
      </p:sp>
      <p:sp>
        <p:nvSpPr>
          <p:cNvPr id="30" name="Text 30"/>
          <p:cNvSpPr txBox="1"/>
          <p:nvPr/>
        </p:nvSpPr>
        <p:spPr>
          <a:xfrm>
            <a:off x="381000" y="4846320"/>
            <a:ext cx="381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825" b="0">
                <a:solidFill>
                  <a:srgbClr val="8B9D75"/>
                </a:solidFill>
                <a:latin typeface="Arial"/>
              </a:rPr>
              <a:t>FIELD NOTES / 03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eview Theme">
  <a:themeElements>
    <a:clrScheme name="Preview Scheme">
      <a:dk1>
        <a:srgbClr val="122033"/>
      </a:dk1>
      <a:lt1>
        <a:srgbClr val="F6F8FB"/>
      </a:lt1>
      <a:dk2>
        <a:srgbClr val="20324A"/>
      </a:dk2>
      <a:lt2>
        <a:srgbClr val="FFFFFF"/>
      </a:lt2>
      <a:accent1>
        <a:srgbClr val="2F6BFF"/>
      </a:accent1>
      <a:accent2>
        <a:srgbClr val="FF7A59"/>
      </a:accent2>
      <a:accent3>
        <a:srgbClr val="2ABF88"/>
      </a:accent3>
      <a:accent4>
        <a:srgbClr val="FFB020"/>
      </a:accent4>
      <a:accent5>
        <a:srgbClr val="8A63D2"/>
      </a:accent5>
      <a:accent6>
        <a:srgbClr val="25A7C5"/>
      </a:accent6>
      <a:hlink>
        <a:srgbClr val="2F6BFF"/>
      </a:hlink>
      <a:folHlink>
        <a:srgbClr val="8A63D2"/>
      </a:folHlink>
    </a:clrScheme>
    <a:fontScheme name="Preview Fonts">
      <a:majorFont>
        <a:latin typeface="Aptos"/>
        <a:font script="Hans" typeface="等线 Light"/>
        <a:font script="Jpan" typeface="Yu Gothic"/>
        <a:font script="Hang" typeface="Malgun Gothic"/>
      </a:majorFont>
      <a:minorFont>
        <a:latin typeface="Calibri"/>
        <a:font script="Hans" typeface="等线"/>
        <a:font script="Jpan" typeface="Yu Gothic"/>
        <a:font script="Hang" typeface="Malgun Gothic"/>
      </a:minorFont>
    </a:fontScheme>
    <a:fmtScheme name="Preview Forma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</a:schemeClr>
            </a:gs>
            <a:gs pos="100000">
              <a:schemeClr val="phClr"/>
            </a:gs>
          </a:gsLst>
          <a:lin ang="0" scaled="1"/>
        </a:gradFill>
        <a:pattFill prst="diagCross">
          <a:fgClr>
            <a:schemeClr val="phClr"/>
          </a:fgClr>
          <a:bgClr>
            <a:schemeClr val="lt1">
              <a:alpha val="82000"/>
            </a:schemeClr>
          </a:bgClr>
        </a:pattFill>
      </a:fillStyleLst>
      <a:lnStyleLst>
        <a:ln w="12700" cap="rnd">
          <a:solidFill>
            <a:schemeClr val="phClr"/>
          </a:solidFill>
          <a:round/>
        </a:ln>
        <a:ln w="19050" cap="sq">
          <a:solidFill>
            <a:schemeClr val="phClr">
              <a:shade val="75000"/>
            </a:schemeClr>
          </a:solidFill>
          <a:bevel/>
        </a:ln>
        <a:ln w="28575">
          <a:solidFill>
            <a:schemeClr val="phClr"/>
          </a:solidFill>
        </a:ln>
      </a:lnStyleLst>
      <a:bgFillStyleLst>
        <a:solidFill>
          <a:schemeClr val="phClr"/>
        </a:solidFill>
        <a:solidFill>
          <a:schemeClr val="phClr">
            <a:shade val="90000"/>
          </a:schemeClr>
        </a:solidFill>
        <a:gradFill rotWithShape="1">
          <a:gsLst>
            <a:gs pos="0">
              <a:schemeClr val="phClr">
                <a:tint val="60000"/>
              </a:schemeClr>
            </a:gs>
            <a:gs pos="100000">
              <a:schemeClr val="phClr"/>
            </a:gs>
          </a:gsLst>
          <a:lin ang="5400000" scaled="1"/>
        </a:gradFill>
      </a:bgFillStyleLst>
      <a:effectStyleLst>
        <a:effectStyle>
          <a:effectLst>
            <a:outerShdw blurRad="76200" dist="50800" dir="2700000" rotWithShape="0">
              <a:schemeClr val="phClr">
                <a:alpha val="36000"/>
              </a:schemeClr>
            </a:outerShdw>
          </a:effectLst>
        </a:effectStyle>
        <a:effectStyle>
          <a:effectLst>
            <a:outerShdw blurRad="63500" dist="38100" dir="5400000" rotWithShape="0">
              <a:schemeClr val="phClr">
                <a:alpha val="24000"/>
              </a:schemeClr>
            </a:outerShdw>
          </a:effectLst>
        </a:effectStyle>
        <a:effectStyle>
          <a:effectLst>
            <a:outerShdw blurRad="50800" dist="25400" dir="0" rotWithShape="0">
              <a:schemeClr val="phClr">
                <a:alpha val="18000"/>
              </a:schemeClr>
            </a:outerShdw>
          </a:effectLst>
        </a:effectStyle>
      </a:effect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OpenAI Codex</Application>
</Properties>
</file>

<file path=docProps/core.xml><?xml version="1.0" encoding="utf-8"?>
<cp:coreProperties xmlns:cp="http://schemas.openxmlformats.org/package/2006/metadata/core-properties" xmlns:dc="http://purl.org/dc/elements/1.1/">
  <dc:title>Field Notes — fictional public sample</dc:title>
  <dc:creator>filens samples</dc:creator>
  <dc:description>A fictional outdoor journal. No company, personnel, or business data.</dc:description>
</cp:coreProperties>
</file>